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299" r:id="rId6"/>
    <p:sldId id="300" r:id="rId7"/>
    <p:sldId id="301" r:id="rId8"/>
    <p:sldId id="303" r:id="rId9"/>
    <p:sldId id="306" r:id="rId10"/>
    <p:sldId id="309" r:id="rId11"/>
    <p:sldId id="305" r:id="rId12"/>
    <p:sldId id="302" r:id="rId13"/>
    <p:sldId id="263" r:id="rId14"/>
    <p:sldId id="308" r:id="rId15"/>
    <p:sldId id="265" r:id="rId16"/>
    <p:sldId id="30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15T16:20:52.555"/>
    <p1510:client id="{1B03164C-04C5-8F32-4925-B8A42D834073}" v="60" dt="2026-09-15T16:12:58.828"/>
    <p1510:client id="{4D077E03-E3C1-4D9F-B0E4-7CDBF66CE64C}" v="2110" dt="2026-09-15T05:18:56.481"/>
    <p1510:client id="{6ED63ACA-F635-8418-041F-75A4F8002A2F}" v="59" dt="2026-09-15T16:10:00.112"/>
    <p1510:client id="{795535B2-8A5B-E8B4-8804-EA64D7201C20}" v="16" dt="2026-09-15T16:45:23.480"/>
    <p1510:client id="{B2D70F56-3CF0-9CEA-DCC4-984EDE2FD862}" v="635" dt="2026-09-15T11:47:19.646"/>
    <p1510:client id="{FE1AE5FC-9300-944A-FAE7-19CD93D7D14D}" v="17" dt="2026-09-15T12:23:04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2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#203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#204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#238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#237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#153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#156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NoLn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378331-CEA9-4A20-8682-3D522F24B596}" type="doc">
      <dgm:prSet loTypeId="urn:microsoft.com/office/officeart/2005/8/layout/process1" loCatId="process" qsTypeId="urn:microsoft.com/office/officeart/2005/8/quickstyle/simple1#2" qsCatId="simple" csTypeId="urn:microsoft.com/office/officeart/2005/8/colors/accent0_3#2" csCatId="mainScheme" phldr="1"/>
      <dgm:spPr/>
      <dgm:t>
        <a:bodyPr/>
        <a:lstStyle/>
        <a:p>
          <a:endParaRPr lang="en-CA"/>
        </a:p>
      </dgm:t>
    </dgm:pt>
    <dgm:pt modelId="{B2515CF7-1855-49C0-86FE-A4C2A3E53941}">
      <dgm:prSet phldrT="[Text]"/>
      <dgm:spPr>
        <a:solidFill>
          <a:schemeClr val="tx1"/>
        </a:solidFill>
      </dgm:spPr>
      <dgm:t>
        <a:bodyPr/>
        <a:lstStyle/>
        <a:p>
          <a:pPr>
            <a:buNone/>
          </a:pPr>
          <a:r>
            <a:rPr lang="en-CA"/>
            <a:t>East cure oven</a:t>
          </a:r>
        </a:p>
      </dgm:t>
    </dgm:pt>
    <dgm:pt modelId="{9D297FEF-AF76-4B5D-8450-A0980F23433B}" type="parTrans" cxnId="{B6649C0E-7BE7-45FC-997D-4CE1E9CEE559}">
      <dgm:prSet/>
      <dgm:spPr/>
      <dgm:t>
        <a:bodyPr/>
        <a:lstStyle/>
        <a:p>
          <a:endParaRPr lang="en-CA"/>
        </a:p>
      </dgm:t>
    </dgm:pt>
    <dgm:pt modelId="{4FF237BE-CDD1-45F5-AAD5-288852081948}" type="sibTrans" cxnId="{B6649C0E-7BE7-45FC-997D-4CE1E9CEE559}">
      <dgm:prSet/>
      <dgm:spPr/>
      <dgm:t>
        <a:bodyPr/>
        <a:lstStyle/>
        <a:p>
          <a:endParaRPr lang="en-CA"/>
        </a:p>
      </dgm:t>
    </dgm:pt>
    <dgm:pt modelId="{A623F9E2-337C-493F-9E77-B5D677C34E2D}">
      <dgm:prSet phldrT="[Text]"/>
      <dgm:spPr>
        <a:solidFill>
          <a:schemeClr val="tx1"/>
        </a:solidFill>
      </dgm:spPr>
      <dgm:t>
        <a:bodyPr/>
        <a:lstStyle/>
        <a:p>
          <a:pPr>
            <a:buNone/>
          </a:pPr>
          <a:r>
            <a:rPr lang="en-CA"/>
            <a:t>Unexpectedly high natural-gas consumption</a:t>
          </a:r>
        </a:p>
      </dgm:t>
    </dgm:pt>
    <dgm:pt modelId="{BA26C20D-957C-472B-8342-437C50CFFF6E}" type="parTrans" cxnId="{F102FFF0-CF05-43FF-A1E2-8C1B3BBFCF00}">
      <dgm:prSet/>
      <dgm:spPr/>
      <dgm:t>
        <a:bodyPr/>
        <a:lstStyle/>
        <a:p>
          <a:endParaRPr lang="en-CA"/>
        </a:p>
      </dgm:t>
    </dgm:pt>
    <dgm:pt modelId="{D7FFD8C1-605D-4FB8-BA26-B52AD3D23A19}" type="sibTrans" cxnId="{F102FFF0-CF05-43FF-A1E2-8C1B3BBFCF00}">
      <dgm:prSet/>
      <dgm:spPr/>
      <dgm:t>
        <a:bodyPr/>
        <a:lstStyle/>
        <a:p>
          <a:endParaRPr lang="en-CA"/>
        </a:p>
      </dgm:t>
    </dgm:pt>
    <dgm:pt modelId="{E8226AF7-CCCF-4C28-91D6-A4B9D32CA2F6}">
      <dgm:prSet phldrT="[Text]"/>
      <dgm:spPr>
        <a:solidFill>
          <a:schemeClr val="tx1"/>
        </a:solidFill>
      </dgm:spPr>
      <dgm:t>
        <a:bodyPr/>
        <a:lstStyle/>
        <a:p>
          <a:pPr>
            <a:buNone/>
          </a:pPr>
          <a:r>
            <a:rPr lang="en-CA"/>
            <a:t>Cost + CO₂ + unknown cause</a:t>
          </a:r>
        </a:p>
      </dgm:t>
    </dgm:pt>
    <dgm:pt modelId="{BDD53379-1670-4B4D-8D29-7AE98DA94C43}" type="parTrans" cxnId="{3ECFCACA-7C4B-4322-A87B-3F693AD56603}">
      <dgm:prSet/>
      <dgm:spPr/>
      <dgm:t>
        <a:bodyPr/>
        <a:lstStyle/>
        <a:p>
          <a:endParaRPr lang="en-CA"/>
        </a:p>
      </dgm:t>
    </dgm:pt>
    <dgm:pt modelId="{375659CD-7444-4E0F-8ADD-8BADF751DC6C}" type="sibTrans" cxnId="{3ECFCACA-7C4B-4322-A87B-3F693AD56603}">
      <dgm:prSet/>
      <dgm:spPr/>
      <dgm:t>
        <a:bodyPr/>
        <a:lstStyle/>
        <a:p>
          <a:endParaRPr lang="en-CA"/>
        </a:p>
      </dgm:t>
    </dgm:pt>
    <dgm:pt modelId="{160A9222-43B2-4624-A738-E7036ABD77AB}">
      <dgm:prSet phldrT="[Text]" phldr="0"/>
      <dgm:spPr>
        <a:solidFill>
          <a:schemeClr val="tx1"/>
        </a:solidFill>
      </dgm:spPr>
      <dgm:t>
        <a:bodyPr/>
        <a:lstStyle/>
        <a:p>
          <a:r>
            <a:rPr lang="en-CA"/>
            <a:t>Estimated Energy Loss: 4,900 GJ</a:t>
          </a:r>
        </a:p>
        <a:p>
          <a:r>
            <a:rPr lang="en-CA"/>
            <a:t>Natural gas lost: $ 36,000 </a:t>
          </a:r>
        </a:p>
      </dgm:t>
    </dgm:pt>
    <dgm:pt modelId="{E446ED05-7BAF-420F-B978-5427BF0DCB41}" type="parTrans" cxnId="{759CFD3F-E85F-46CB-B798-C228C54F05C1}">
      <dgm:prSet/>
      <dgm:spPr/>
      <dgm:t>
        <a:bodyPr/>
        <a:lstStyle/>
        <a:p>
          <a:endParaRPr lang="en-CA"/>
        </a:p>
      </dgm:t>
    </dgm:pt>
    <dgm:pt modelId="{3B3D54A4-C8EA-4E4B-A82E-66741654EFD5}" type="sibTrans" cxnId="{759CFD3F-E85F-46CB-B798-C228C54F05C1}">
      <dgm:prSet/>
      <dgm:spPr/>
      <dgm:t>
        <a:bodyPr/>
        <a:lstStyle/>
        <a:p>
          <a:endParaRPr lang="en-CA"/>
        </a:p>
      </dgm:t>
    </dgm:pt>
    <dgm:pt modelId="{49068793-46FC-4520-B82B-2F1AC5D35633}" type="pres">
      <dgm:prSet presAssocID="{AF378331-CEA9-4A20-8682-3D522F24B596}" presName="Name0" presStyleCnt="0">
        <dgm:presLayoutVars>
          <dgm:dir/>
          <dgm:resizeHandles val="exact"/>
        </dgm:presLayoutVars>
      </dgm:prSet>
      <dgm:spPr/>
    </dgm:pt>
    <dgm:pt modelId="{38B6DF2E-6CC6-43EB-BB54-7C6780738FA6}" type="pres">
      <dgm:prSet presAssocID="{B2515CF7-1855-49C0-86FE-A4C2A3E53941}" presName="node" presStyleLbl="node1" presStyleIdx="0" presStyleCnt="4">
        <dgm:presLayoutVars>
          <dgm:bulletEnabled val="1"/>
        </dgm:presLayoutVars>
      </dgm:prSet>
      <dgm:spPr/>
    </dgm:pt>
    <dgm:pt modelId="{1C8FB50E-571C-4B70-857A-8E13CDA21297}" type="pres">
      <dgm:prSet presAssocID="{4FF237BE-CDD1-45F5-AAD5-288852081948}" presName="sibTrans" presStyleLbl="sibTrans2D1" presStyleIdx="0" presStyleCnt="3"/>
      <dgm:spPr/>
    </dgm:pt>
    <dgm:pt modelId="{DFED612D-CAA5-4111-A4BE-0A69C820B4A2}" type="pres">
      <dgm:prSet presAssocID="{4FF237BE-CDD1-45F5-AAD5-288852081948}" presName="connectorText" presStyleLbl="sibTrans2D1" presStyleIdx="0" presStyleCnt="3"/>
      <dgm:spPr/>
    </dgm:pt>
    <dgm:pt modelId="{431916C1-85C4-4574-93EB-EA4986FD05C6}" type="pres">
      <dgm:prSet presAssocID="{160A9222-43B2-4624-A738-E7036ABD77AB}" presName="node" presStyleLbl="node1" presStyleIdx="1" presStyleCnt="4">
        <dgm:presLayoutVars>
          <dgm:bulletEnabled val="1"/>
        </dgm:presLayoutVars>
      </dgm:prSet>
      <dgm:spPr/>
    </dgm:pt>
    <dgm:pt modelId="{5577C68F-2DC2-4053-9EB8-CEA233161B12}" type="pres">
      <dgm:prSet presAssocID="{3B3D54A4-C8EA-4E4B-A82E-66741654EFD5}" presName="sibTrans" presStyleLbl="sibTrans2D1" presStyleIdx="1" presStyleCnt="3"/>
      <dgm:spPr/>
    </dgm:pt>
    <dgm:pt modelId="{2B4CE3A4-44AA-48F1-BCA3-E53CC5C41E79}" type="pres">
      <dgm:prSet presAssocID="{3B3D54A4-C8EA-4E4B-A82E-66741654EFD5}" presName="connectorText" presStyleLbl="sibTrans2D1" presStyleIdx="1" presStyleCnt="3"/>
      <dgm:spPr/>
    </dgm:pt>
    <dgm:pt modelId="{93F3F8A7-82D9-4888-BB47-D9AD63EDCF6C}" type="pres">
      <dgm:prSet presAssocID="{A623F9E2-337C-493F-9E77-B5D677C34E2D}" presName="node" presStyleLbl="node1" presStyleIdx="2" presStyleCnt="4">
        <dgm:presLayoutVars>
          <dgm:bulletEnabled val="1"/>
        </dgm:presLayoutVars>
      </dgm:prSet>
      <dgm:spPr/>
    </dgm:pt>
    <dgm:pt modelId="{93B514A7-217F-4AA9-9A51-2F0C65F70D61}" type="pres">
      <dgm:prSet presAssocID="{D7FFD8C1-605D-4FB8-BA26-B52AD3D23A19}" presName="sibTrans" presStyleLbl="sibTrans2D1" presStyleIdx="2" presStyleCnt="3"/>
      <dgm:spPr/>
    </dgm:pt>
    <dgm:pt modelId="{B3691534-027B-4C21-A29A-3DC12A08B6B7}" type="pres">
      <dgm:prSet presAssocID="{D7FFD8C1-605D-4FB8-BA26-B52AD3D23A19}" presName="connectorText" presStyleLbl="sibTrans2D1" presStyleIdx="2" presStyleCnt="3"/>
      <dgm:spPr/>
    </dgm:pt>
    <dgm:pt modelId="{8FF2887D-90FB-4F08-AE6E-5FF58A818324}" type="pres">
      <dgm:prSet presAssocID="{E8226AF7-CCCF-4C28-91D6-A4B9D32CA2F6}" presName="node" presStyleLbl="node1" presStyleIdx="3" presStyleCnt="4">
        <dgm:presLayoutVars>
          <dgm:bulletEnabled val="1"/>
        </dgm:presLayoutVars>
      </dgm:prSet>
      <dgm:spPr/>
    </dgm:pt>
  </dgm:ptLst>
  <dgm:cxnLst>
    <dgm:cxn modelId="{AD9E5A08-3483-40DD-AEDC-0AD2608D326B}" type="presOf" srcId="{AF378331-CEA9-4A20-8682-3D522F24B596}" destId="{49068793-46FC-4520-B82B-2F1AC5D35633}" srcOrd="0" destOrd="0" presId="urn:microsoft.com/office/officeart/2005/8/layout/process1"/>
    <dgm:cxn modelId="{B6649C0E-7BE7-45FC-997D-4CE1E9CEE559}" srcId="{AF378331-CEA9-4A20-8682-3D522F24B596}" destId="{B2515CF7-1855-49C0-86FE-A4C2A3E53941}" srcOrd="0" destOrd="0" parTransId="{9D297FEF-AF76-4B5D-8450-A0980F23433B}" sibTransId="{4FF237BE-CDD1-45F5-AAD5-288852081948}"/>
    <dgm:cxn modelId="{B4C5A01F-C37C-430A-857C-A352239C431C}" type="presOf" srcId="{4FF237BE-CDD1-45F5-AAD5-288852081948}" destId="{1C8FB50E-571C-4B70-857A-8E13CDA21297}" srcOrd="0" destOrd="0" presId="urn:microsoft.com/office/officeart/2005/8/layout/process1"/>
    <dgm:cxn modelId="{3891A82C-A306-4DF8-8362-6D6C2B7A625A}" type="presOf" srcId="{D7FFD8C1-605D-4FB8-BA26-B52AD3D23A19}" destId="{93B514A7-217F-4AA9-9A51-2F0C65F70D61}" srcOrd="0" destOrd="0" presId="urn:microsoft.com/office/officeart/2005/8/layout/process1"/>
    <dgm:cxn modelId="{A9DE562D-8771-48ED-BE0B-AE426EC3E627}" type="presOf" srcId="{D7FFD8C1-605D-4FB8-BA26-B52AD3D23A19}" destId="{B3691534-027B-4C21-A29A-3DC12A08B6B7}" srcOrd="1" destOrd="0" presId="urn:microsoft.com/office/officeart/2005/8/layout/process1"/>
    <dgm:cxn modelId="{759CFD3F-E85F-46CB-B798-C228C54F05C1}" srcId="{AF378331-CEA9-4A20-8682-3D522F24B596}" destId="{160A9222-43B2-4624-A738-E7036ABD77AB}" srcOrd="1" destOrd="0" parTransId="{E446ED05-7BAF-420F-B978-5427BF0DCB41}" sibTransId="{3B3D54A4-C8EA-4E4B-A82E-66741654EFD5}"/>
    <dgm:cxn modelId="{B829C15E-AD34-4BE0-A56C-05FAFC157AB9}" type="presOf" srcId="{B2515CF7-1855-49C0-86FE-A4C2A3E53941}" destId="{38B6DF2E-6CC6-43EB-BB54-7C6780738FA6}" srcOrd="0" destOrd="0" presId="urn:microsoft.com/office/officeart/2005/8/layout/process1"/>
    <dgm:cxn modelId="{5174B062-5213-4FC0-83C3-9206E0A82BD1}" type="presOf" srcId="{3B3D54A4-C8EA-4E4B-A82E-66741654EFD5}" destId="{5577C68F-2DC2-4053-9EB8-CEA233161B12}" srcOrd="0" destOrd="0" presId="urn:microsoft.com/office/officeart/2005/8/layout/process1"/>
    <dgm:cxn modelId="{DB4E9F6D-699E-47E1-8882-F817AF5557F3}" type="presOf" srcId="{A623F9E2-337C-493F-9E77-B5D677C34E2D}" destId="{93F3F8A7-82D9-4888-BB47-D9AD63EDCF6C}" srcOrd="0" destOrd="0" presId="urn:microsoft.com/office/officeart/2005/8/layout/process1"/>
    <dgm:cxn modelId="{A6A2A6B3-9FC5-473F-BF01-F7099BC7EA4F}" type="presOf" srcId="{160A9222-43B2-4624-A738-E7036ABD77AB}" destId="{431916C1-85C4-4574-93EB-EA4986FD05C6}" srcOrd="0" destOrd="0" presId="urn:microsoft.com/office/officeart/2005/8/layout/process1"/>
    <dgm:cxn modelId="{3ECFCACA-7C4B-4322-A87B-3F693AD56603}" srcId="{AF378331-CEA9-4A20-8682-3D522F24B596}" destId="{E8226AF7-CCCF-4C28-91D6-A4B9D32CA2F6}" srcOrd="3" destOrd="0" parTransId="{BDD53379-1670-4B4D-8D29-7AE98DA94C43}" sibTransId="{375659CD-7444-4E0F-8ADD-8BADF751DC6C}"/>
    <dgm:cxn modelId="{71410FD0-F920-41BE-BD9D-AD812FE38BDB}" type="presOf" srcId="{4FF237BE-CDD1-45F5-AAD5-288852081948}" destId="{DFED612D-CAA5-4111-A4BE-0A69C820B4A2}" srcOrd="1" destOrd="0" presId="urn:microsoft.com/office/officeart/2005/8/layout/process1"/>
    <dgm:cxn modelId="{9DD885E2-5AB6-4806-9DA0-AE536478114A}" type="presOf" srcId="{E8226AF7-CCCF-4C28-91D6-A4B9D32CA2F6}" destId="{8FF2887D-90FB-4F08-AE6E-5FF58A818324}" srcOrd="0" destOrd="0" presId="urn:microsoft.com/office/officeart/2005/8/layout/process1"/>
    <dgm:cxn modelId="{F102FFF0-CF05-43FF-A1E2-8C1B3BBFCF00}" srcId="{AF378331-CEA9-4A20-8682-3D522F24B596}" destId="{A623F9E2-337C-493F-9E77-B5D677C34E2D}" srcOrd="2" destOrd="0" parTransId="{BA26C20D-957C-472B-8342-437C50CFFF6E}" sibTransId="{D7FFD8C1-605D-4FB8-BA26-B52AD3D23A19}"/>
    <dgm:cxn modelId="{03D8EFFC-263E-4424-B557-35993A15737B}" type="presOf" srcId="{3B3D54A4-C8EA-4E4B-A82E-66741654EFD5}" destId="{2B4CE3A4-44AA-48F1-BCA3-E53CC5C41E79}" srcOrd="1" destOrd="0" presId="urn:microsoft.com/office/officeart/2005/8/layout/process1"/>
    <dgm:cxn modelId="{A44F7E42-AF7B-4564-859A-583E7F229B96}" type="presParOf" srcId="{49068793-46FC-4520-B82B-2F1AC5D35633}" destId="{38B6DF2E-6CC6-43EB-BB54-7C6780738FA6}" srcOrd="0" destOrd="0" presId="urn:microsoft.com/office/officeart/2005/8/layout/process1"/>
    <dgm:cxn modelId="{9D32D81B-B55C-4C7A-8E79-0289CAD89497}" type="presParOf" srcId="{49068793-46FC-4520-B82B-2F1AC5D35633}" destId="{1C8FB50E-571C-4B70-857A-8E13CDA21297}" srcOrd="1" destOrd="0" presId="urn:microsoft.com/office/officeart/2005/8/layout/process1"/>
    <dgm:cxn modelId="{D1D1F81F-0103-46B4-846F-DE288E53FABB}" type="presParOf" srcId="{1C8FB50E-571C-4B70-857A-8E13CDA21297}" destId="{DFED612D-CAA5-4111-A4BE-0A69C820B4A2}" srcOrd="0" destOrd="0" presId="urn:microsoft.com/office/officeart/2005/8/layout/process1"/>
    <dgm:cxn modelId="{5B93FB4A-151E-4C14-AC80-1E1E4C4594BA}" type="presParOf" srcId="{49068793-46FC-4520-B82B-2F1AC5D35633}" destId="{431916C1-85C4-4574-93EB-EA4986FD05C6}" srcOrd="2" destOrd="0" presId="urn:microsoft.com/office/officeart/2005/8/layout/process1"/>
    <dgm:cxn modelId="{673D829E-68F4-432D-9ED3-29FF5C73CA66}" type="presParOf" srcId="{49068793-46FC-4520-B82B-2F1AC5D35633}" destId="{5577C68F-2DC2-4053-9EB8-CEA233161B12}" srcOrd="3" destOrd="0" presId="urn:microsoft.com/office/officeart/2005/8/layout/process1"/>
    <dgm:cxn modelId="{78B2A693-0A4A-47D5-BCB9-C9631D58CF10}" type="presParOf" srcId="{5577C68F-2DC2-4053-9EB8-CEA233161B12}" destId="{2B4CE3A4-44AA-48F1-BCA3-E53CC5C41E79}" srcOrd="0" destOrd="0" presId="urn:microsoft.com/office/officeart/2005/8/layout/process1"/>
    <dgm:cxn modelId="{D3B8B57F-CAF4-47F4-BE43-FE8F07DAA2FE}" type="presParOf" srcId="{49068793-46FC-4520-B82B-2F1AC5D35633}" destId="{93F3F8A7-82D9-4888-BB47-D9AD63EDCF6C}" srcOrd="4" destOrd="0" presId="urn:microsoft.com/office/officeart/2005/8/layout/process1"/>
    <dgm:cxn modelId="{EEABF5EA-399D-45C5-BE99-DCDF26ADE450}" type="presParOf" srcId="{49068793-46FC-4520-B82B-2F1AC5D35633}" destId="{93B514A7-217F-4AA9-9A51-2F0C65F70D61}" srcOrd="5" destOrd="0" presId="urn:microsoft.com/office/officeart/2005/8/layout/process1"/>
    <dgm:cxn modelId="{BA4D0D5C-4A49-4FE7-9489-80243053EE4A}" type="presParOf" srcId="{93B514A7-217F-4AA9-9A51-2F0C65F70D61}" destId="{B3691534-027B-4C21-A29A-3DC12A08B6B7}" srcOrd="0" destOrd="0" presId="urn:microsoft.com/office/officeart/2005/8/layout/process1"/>
    <dgm:cxn modelId="{0069AFB1-2053-49A9-9FE4-E5B85178BA74}" type="presParOf" srcId="{49068793-46FC-4520-B82B-2F1AC5D35633}" destId="{8FF2887D-90FB-4F08-AE6E-5FF58A818324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8FBB28-4DB4-4202-B50B-9865CE53645D}" type="doc">
      <dgm:prSet loTypeId="urn:microsoft.com/office/officeart/2005/8/layout/hList1" loCatId="list" qsTypeId="urn:microsoft.com/office/officeart/2005/8/quickstyle/simple1#3" qsCatId="simple" csTypeId="urn:microsoft.com/office/officeart/2005/8/colors/accent0_1#203" csCatId="mainScheme" phldr="1"/>
      <dgm:spPr/>
      <dgm:t>
        <a:bodyPr/>
        <a:lstStyle/>
        <a:p>
          <a:endParaRPr lang="en-CA"/>
        </a:p>
      </dgm:t>
    </dgm:pt>
    <dgm:pt modelId="{B4F02793-31D6-46C0-AAE5-67C720F78C7E}">
      <dgm:prSet phldrT="[Text]" phldr="0"/>
      <dgm:spPr/>
      <dgm:t>
        <a:bodyPr/>
        <a:lstStyle/>
        <a:p>
          <a:r>
            <a:rPr lang="en-CA"/>
            <a:t>CNH Engineers</a:t>
          </a:r>
        </a:p>
      </dgm:t>
    </dgm:pt>
    <dgm:pt modelId="{1233B1BC-71DE-4F92-8D4F-6DAD1C1569EF}" type="parTrans" cxnId="{F5A60200-37D7-41FF-91CF-95CA78ACACED}">
      <dgm:prSet/>
      <dgm:spPr/>
      <dgm:t>
        <a:bodyPr/>
        <a:lstStyle/>
        <a:p>
          <a:endParaRPr lang="en-CA"/>
        </a:p>
      </dgm:t>
    </dgm:pt>
    <dgm:pt modelId="{71F49DA5-384F-4C05-9AF4-D0164D6E38C1}" type="sibTrans" cxnId="{F5A60200-37D7-41FF-91CF-95CA78ACACED}">
      <dgm:prSet/>
      <dgm:spPr/>
      <dgm:t>
        <a:bodyPr/>
        <a:lstStyle/>
        <a:p>
          <a:endParaRPr lang="en-CA"/>
        </a:p>
      </dgm:t>
    </dgm:pt>
    <dgm:pt modelId="{5877AE6F-5AB5-4BD2-87F3-F29427A2E6CE}">
      <dgm:prSet phldrT="[Text]" phldr="0"/>
      <dgm:spPr/>
      <dgm:t>
        <a:bodyPr/>
        <a:lstStyle/>
        <a:p>
          <a:pPr algn="ctr"/>
          <a:r>
            <a:rPr lang="en-CA"/>
            <a:t>Need to understand when and why energy performance is abnormal</a:t>
          </a:r>
        </a:p>
      </dgm:t>
    </dgm:pt>
    <dgm:pt modelId="{B80A424C-38BA-453E-8FE3-416214C54CCC}" type="parTrans" cxnId="{1CC59DF0-D94A-4967-9487-E11F81D1226F}">
      <dgm:prSet/>
      <dgm:spPr/>
      <dgm:t>
        <a:bodyPr/>
        <a:lstStyle/>
        <a:p>
          <a:endParaRPr lang="en-CA"/>
        </a:p>
      </dgm:t>
    </dgm:pt>
    <dgm:pt modelId="{3B06E6A5-A37A-474C-B8A7-6E1630876AB5}" type="sibTrans" cxnId="{1CC59DF0-D94A-4967-9487-E11F81D1226F}">
      <dgm:prSet/>
      <dgm:spPr/>
      <dgm:t>
        <a:bodyPr/>
        <a:lstStyle/>
        <a:p>
          <a:endParaRPr lang="en-CA"/>
        </a:p>
      </dgm:t>
    </dgm:pt>
    <dgm:pt modelId="{6F6D4002-3AB6-429C-8063-C96D988BA38B}">
      <dgm:prSet phldrT="[Text]" phldr="0"/>
      <dgm:spPr/>
      <dgm:t>
        <a:bodyPr/>
        <a:lstStyle/>
        <a:p>
          <a:r>
            <a:rPr lang="en-CA"/>
            <a:t>Oven Operators</a:t>
          </a:r>
        </a:p>
      </dgm:t>
    </dgm:pt>
    <dgm:pt modelId="{58D2CCE0-E5D9-4E39-A3AF-D8C521E9E679}" type="parTrans" cxnId="{FB36C928-A940-4DFA-915A-2BA2AE7E13A2}">
      <dgm:prSet/>
      <dgm:spPr/>
      <dgm:t>
        <a:bodyPr/>
        <a:lstStyle/>
        <a:p>
          <a:endParaRPr lang="en-CA"/>
        </a:p>
      </dgm:t>
    </dgm:pt>
    <dgm:pt modelId="{326E37FD-28AA-452D-90A7-965828EFAB1E}" type="sibTrans" cxnId="{FB36C928-A940-4DFA-915A-2BA2AE7E13A2}">
      <dgm:prSet/>
      <dgm:spPr/>
      <dgm:t>
        <a:bodyPr/>
        <a:lstStyle/>
        <a:p>
          <a:endParaRPr lang="en-CA"/>
        </a:p>
      </dgm:t>
    </dgm:pt>
    <dgm:pt modelId="{C38CC652-F248-4003-AB8D-201D9D1E6EF9}">
      <dgm:prSet phldrT="[Text]" phldr="0"/>
      <dgm:spPr/>
      <dgm:t>
        <a:bodyPr/>
        <a:lstStyle/>
        <a:p>
          <a:pPr algn="ctr"/>
          <a:r>
            <a:rPr lang="en-CA">
              <a:solidFill>
                <a:schemeClr val="tx1"/>
              </a:solidFill>
            </a:rPr>
            <a:t>Need clear information without disrupting existing oven controls</a:t>
          </a:r>
        </a:p>
      </dgm:t>
    </dgm:pt>
    <dgm:pt modelId="{AE737076-4A7F-41E6-AB8D-C078AB53B151}" type="parTrans" cxnId="{18FB440E-2D65-4BF9-B484-6308B7ED53B9}">
      <dgm:prSet/>
      <dgm:spPr/>
      <dgm:t>
        <a:bodyPr/>
        <a:lstStyle/>
        <a:p>
          <a:endParaRPr lang="en-CA"/>
        </a:p>
      </dgm:t>
    </dgm:pt>
    <dgm:pt modelId="{81798C6A-84EF-445F-BA7E-2EEB5F46BA16}" type="sibTrans" cxnId="{18FB440E-2D65-4BF9-B484-6308B7ED53B9}">
      <dgm:prSet/>
      <dgm:spPr/>
      <dgm:t>
        <a:bodyPr/>
        <a:lstStyle/>
        <a:p>
          <a:endParaRPr lang="en-CA"/>
        </a:p>
      </dgm:t>
    </dgm:pt>
    <dgm:pt modelId="{B8A70FDA-698F-49D8-A1A2-B3284A6F73E1}">
      <dgm:prSet phldrT="[Text]" phldr="0"/>
      <dgm:spPr/>
      <dgm:t>
        <a:bodyPr/>
        <a:lstStyle/>
        <a:p>
          <a:r>
            <a:rPr lang="en-CA"/>
            <a:t>Paint Engineering</a:t>
          </a:r>
        </a:p>
      </dgm:t>
    </dgm:pt>
    <dgm:pt modelId="{333C8304-70BE-4B39-ABAC-DB432F8BE40B}" type="parTrans" cxnId="{6DDCD0C0-EDB0-41AF-8066-049D9B8AE7D3}">
      <dgm:prSet/>
      <dgm:spPr/>
      <dgm:t>
        <a:bodyPr/>
        <a:lstStyle/>
        <a:p>
          <a:endParaRPr lang="en-CA"/>
        </a:p>
      </dgm:t>
    </dgm:pt>
    <dgm:pt modelId="{9930503E-20A1-4E7D-A944-846BBEF0C7D7}" type="sibTrans" cxnId="{6DDCD0C0-EDB0-41AF-8066-049D9B8AE7D3}">
      <dgm:prSet/>
      <dgm:spPr/>
      <dgm:t>
        <a:bodyPr/>
        <a:lstStyle/>
        <a:p>
          <a:endParaRPr lang="en-CA"/>
        </a:p>
      </dgm:t>
    </dgm:pt>
    <dgm:pt modelId="{B6F28894-FB59-4731-B964-D3F03CBCB8B3}" type="pres">
      <dgm:prSet presAssocID="{AF8FBB28-4DB4-4202-B50B-9865CE53645D}" presName="Name0" presStyleCnt="0">
        <dgm:presLayoutVars>
          <dgm:dir/>
          <dgm:animLvl val="lvl"/>
          <dgm:resizeHandles val="exact"/>
        </dgm:presLayoutVars>
      </dgm:prSet>
      <dgm:spPr/>
    </dgm:pt>
    <dgm:pt modelId="{8A86C5D1-EA96-486D-BA3B-3DC229ECE326}" type="pres">
      <dgm:prSet presAssocID="{B4F02793-31D6-46C0-AAE5-67C720F78C7E}" presName="composite" presStyleCnt="0"/>
      <dgm:spPr/>
    </dgm:pt>
    <dgm:pt modelId="{41D5B7AC-9177-4CC2-A693-D1A83C4BEE23}" type="pres">
      <dgm:prSet presAssocID="{B4F02793-31D6-46C0-AAE5-67C720F78C7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DA8F332-387E-464D-86E3-01805F33E402}" type="pres">
      <dgm:prSet presAssocID="{B4F02793-31D6-46C0-AAE5-67C720F78C7E}" presName="desTx" presStyleLbl="alignAccFollowNode1" presStyleIdx="0" presStyleCnt="3" custLinFactNeighborX="-103" custLinFactNeighborY="7756">
        <dgm:presLayoutVars>
          <dgm:bulletEnabled val="1"/>
        </dgm:presLayoutVars>
      </dgm:prSet>
      <dgm:spPr/>
    </dgm:pt>
    <dgm:pt modelId="{71DE14C2-8C96-4D12-AD14-905EF7D8C869}" type="pres">
      <dgm:prSet presAssocID="{71F49DA5-384F-4C05-9AF4-D0164D6E38C1}" presName="space" presStyleCnt="0"/>
      <dgm:spPr/>
    </dgm:pt>
    <dgm:pt modelId="{01A36146-7729-4C03-8CD5-16086A1EDC2B}" type="pres">
      <dgm:prSet presAssocID="{6F6D4002-3AB6-429C-8063-C96D988BA38B}" presName="composite" presStyleCnt="0"/>
      <dgm:spPr/>
    </dgm:pt>
    <dgm:pt modelId="{0682F209-477B-47B5-B5F0-AA4C30FC6F39}" type="pres">
      <dgm:prSet presAssocID="{6F6D4002-3AB6-429C-8063-C96D988BA38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F02437C-7497-4D93-A61C-CFE2C940B711}" type="pres">
      <dgm:prSet presAssocID="{6F6D4002-3AB6-429C-8063-C96D988BA38B}" presName="desTx" presStyleLbl="alignAccFollowNode1" presStyleIdx="1" presStyleCnt="3">
        <dgm:presLayoutVars>
          <dgm:bulletEnabled val="1"/>
        </dgm:presLayoutVars>
      </dgm:prSet>
      <dgm:spPr/>
    </dgm:pt>
    <dgm:pt modelId="{F4741BDC-F9D0-4BE0-AC8A-2C39A88A6FE0}" type="pres">
      <dgm:prSet presAssocID="{326E37FD-28AA-452D-90A7-965828EFAB1E}" presName="space" presStyleCnt="0"/>
      <dgm:spPr/>
    </dgm:pt>
    <dgm:pt modelId="{8EBCBE13-FE10-45EC-963E-2C1B2EBBB8E2}" type="pres">
      <dgm:prSet presAssocID="{B8A70FDA-698F-49D8-A1A2-B3284A6F73E1}" presName="composite" presStyleCnt="0"/>
      <dgm:spPr/>
    </dgm:pt>
    <dgm:pt modelId="{6ACFD110-9BBA-4AF4-B836-488A408B72E2}" type="pres">
      <dgm:prSet presAssocID="{B8A70FDA-698F-49D8-A1A2-B3284A6F73E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CF0CDB2-079D-4659-B7E9-24BB0572A5F8}" type="pres">
      <dgm:prSet presAssocID="{B8A70FDA-698F-49D8-A1A2-B3284A6F73E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5A60200-37D7-41FF-91CF-95CA78ACACED}" srcId="{AF8FBB28-4DB4-4202-B50B-9865CE53645D}" destId="{B4F02793-31D6-46C0-AAE5-67C720F78C7E}" srcOrd="0" destOrd="0" parTransId="{1233B1BC-71DE-4F92-8D4F-6DAD1C1569EF}" sibTransId="{71F49DA5-384F-4C05-9AF4-D0164D6E38C1}"/>
    <dgm:cxn modelId="{A7D13903-1CBB-4360-9B08-04EDEBDBFD77}" type="presOf" srcId="{B8A70FDA-698F-49D8-A1A2-B3284A6F73E1}" destId="{6ACFD110-9BBA-4AF4-B836-488A408B72E2}" srcOrd="0" destOrd="0" presId="urn:microsoft.com/office/officeart/2005/8/layout/hList1"/>
    <dgm:cxn modelId="{18FB440E-2D65-4BF9-B484-6308B7ED53B9}" srcId="{6F6D4002-3AB6-429C-8063-C96D988BA38B}" destId="{C38CC652-F248-4003-AB8D-201D9D1E6EF9}" srcOrd="0" destOrd="0" parTransId="{AE737076-4A7F-41E6-AB8D-C078AB53B151}" sibTransId="{81798C6A-84EF-445F-BA7E-2EEB5F46BA16}"/>
    <dgm:cxn modelId="{191F9626-D97C-45D1-B984-F7B49FB360F3}" type="presOf" srcId="{AF8FBB28-4DB4-4202-B50B-9865CE53645D}" destId="{B6F28894-FB59-4731-B964-D3F03CBCB8B3}" srcOrd="0" destOrd="0" presId="urn:microsoft.com/office/officeart/2005/8/layout/hList1"/>
    <dgm:cxn modelId="{FB36C928-A940-4DFA-915A-2BA2AE7E13A2}" srcId="{AF8FBB28-4DB4-4202-B50B-9865CE53645D}" destId="{6F6D4002-3AB6-429C-8063-C96D988BA38B}" srcOrd="1" destOrd="0" parTransId="{58D2CCE0-E5D9-4E39-A3AF-D8C521E9E679}" sibTransId="{326E37FD-28AA-452D-90A7-965828EFAB1E}"/>
    <dgm:cxn modelId="{78634D3E-7879-4B7F-BDBE-25D060D70752}" type="presOf" srcId="{B4F02793-31D6-46C0-AAE5-67C720F78C7E}" destId="{41D5B7AC-9177-4CC2-A693-D1A83C4BEE23}" srcOrd="0" destOrd="0" presId="urn:microsoft.com/office/officeart/2005/8/layout/hList1"/>
    <dgm:cxn modelId="{E5151F44-04A2-477F-8A86-0A6AFA07F069}" type="presOf" srcId="{5877AE6F-5AB5-4BD2-87F3-F29427A2E6CE}" destId="{ADA8F332-387E-464D-86E3-01805F33E402}" srcOrd="0" destOrd="0" presId="urn:microsoft.com/office/officeart/2005/8/layout/hList1"/>
    <dgm:cxn modelId="{24215C4C-5609-4F73-B5A0-9A94C9D33D92}" type="presOf" srcId="{C38CC652-F248-4003-AB8D-201D9D1E6EF9}" destId="{9F02437C-7497-4D93-A61C-CFE2C940B711}" srcOrd="0" destOrd="0" presId="urn:microsoft.com/office/officeart/2005/8/layout/hList1"/>
    <dgm:cxn modelId="{277BFE98-CA62-4792-B977-A1DB326A6165}" type="presOf" srcId="{6F6D4002-3AB6-429C-8063-C96D988BA38B}" destId="{0682F209-477B-47B5-B5F0-AA4C30FC6F39}" srcOrd="0" destOrd="0" presId="urn:microsoft.com/office/officeart/2005/8/layout/hList1"/>
    <dgm:cxn modelId="{6DDCD0C0-EDB0-41AF-8066-049D9B8AE7D3}" srcId="{AF8FBB28-4DB4-4202-B50B-9865CE53645D}" destId="{B8A70FDA-698F-49D8-A1A2-B3284A6F73E1}" srcOrd="2" destOrd="0" parTransId="{333C8304-70BE-4B39-ABAC-DB432F8BE40B}" sibTransId="{9930503E-20A1-4E7D-A944-846BBEF0C7D7}"/>
    <dgm:cxn modelId="{1CC59DF0-D94A-4967-9487-E11F81D1226F}" srcId="{B4F02793-31D6-46C0-AAE5-67C720F78C7E}" destId="{5877AE6F-5AB5-4BD2-87F3-F29427A2E6CE}" srcOrd="0" destOrd="0" parTransId="{B80A424C-38BA-453E-8FE3-416214C54CCC}" sibTransId="{3B06E6A5-A37A-474C-B8A7-6E1630876AB5}"/>
    <dgm:cxn modelId="{C59BD54E-5F96-4BEE-A424-4D2E75730AD0}" type="presParOf" srcId="{B6F28894-FB59-4731-B964-D3F03CBCB8B3}" destId="{8A86C5D1-EA96-486D-BA3B-3DC229ECE326}" srcOrd="0" destOrd="0" presId="urn:microsoft.com/office/officeart/2005/8/layout/hList1"/>
    <dgm:cxn modelId="{B9B81BD4-2C1E-4C1C-B2A8-BB8E47635B53}" type="presParOf" srcId="{8A86C5D1-EA96-486D-BA3B-3DC229ECE326}" destId="{41D5B7AC-9177-4CC2-A693-D1A83C4BEE23}" srcOrd="0" destOrd="0" presId="urn:microsoft.com/office/officeart/2005/8/layout/hList1"/>
    <dgm:cxn modelId="{8DA0C6AE-CA48-4C25-B397-53F926CB447D}" type="presParOf" srcId="{8A86C5D1-EA96-486D-BA3B-3DC229ECE326}" destId="{ADA8F332-387E-464D-86E3-01805F33E402}" srcOrd="1" destOrd="0" presId="urn:microsoft.com/office/officeart/2005/8/layout/hList1"/>
    <dgm:cxn modelId="{F8BFC3F0-AE42-483A-8D54-0908EFBA0333}" type="presParOf" srcId="{B6F28894-FB59-4731-B964-D3F03CBCB8B3}" destId="{71DE14C2-8C96-4D12-AD14-905EF7D8C869}" srcOrd="1" destOrd="0" presId="urn:microsoft.com/office/officeart/2005/8/layout/hList1"/>
    <dgm:cxn modelId="{C95DEBC3-3072-47DB-B42B-F2F4B4877B84}" type="presParOf" srcId="{B6F28894-FB59-4731-B964-D3F03CBCB8B3}" destId="{01A36146-7729-4C03-8CD5-16086A1EDC2B}" srcOrd="2" destOrd="0" presId="urn:microsoft.com/office/officeart/2005/8/layout/hList1"/>
    <dgm:cxn modelId="{011CECDB-6484-4C61-808B-FBFFF7092A98}" type="presParOf" srcId="{01A36146-7729-4C03-8CD5-16086A1EDC2B}" destId="{0682F209-477B-47B5-B5F0-AA4C30FC6F39}" srcOrd="0" destOrd="0" presId="urn:microsoft.com/office/officeart/2005/8/layout/hList1"/>
    <dgm:cxn modelId="{04623F32-3410-40C2-9C4C-54C90AD1BFE8}" type="presParOf" srcId="{01A36146-7729-4C03-8CD5-16086A1EDC2B}" destId="{9F02437C-7497-4D93-A61C-CFE2C940B711}" srcOrd="1" destOrd="0" presId="urn:microsoft.com/office/officeart/2005/8/layout/hList1"/>
    <dgm:cxn modelId="{38D7F411-B0A6-4458-A34B-334B39D2FD52}" type="presParOf" srcId="{B6F28894-FB59-4731-B964-D3F03CBCB8B3}" destId="{F4741BDC-F9D0-4BE0-AC8A-2C39A88A6FE0}" srcOrd="3" destOrd="0" presId="urn:microsoft.com/office/officeart/2005/8/layout/hList1"/>
    <dgm:cxn modelId="{AB05EB27-9750-4BCD-A154-D70F41BD6EE2}" type="presParOf" srcId="{B6F28894-FB59-4731-B964-D3F03CBCB8B3}" destId="{8EBCBE13-FE10-45EC-963E-2C1B2EBBB8E2}" srcOrd="4" destOrd="0" presId="urn:microsoft.com/office/officeart/2005/8/layout/hList1"/>
    <dgm:cxn modelId="{B34E71E0-A616-4097-A33E-113477CCD0BB}" type="presParOf" srcId="{8EBCBE13-FE10-45EC-963E-2C1B2EBBB8E2}" destId="{6ACFD110-9BBA-4AF4-B836-488A408B72E2}" srcOrd="0" destOrd="0" presId="urn:microsoft.com/office/officeart/2005/8/layout/hList1"/>
    <dgm:cxn modelId="{7E58E95A-35C7-4CF9-BB8B-581E9B2951D6}" type="presParOf" srcId="{8EBCBE13-FE10-45EC-963E-2C1B2EBBB8E2}" destId="{6CF0CDB2-079D-4659-B7E9-24BB0572A5F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11FF6A-56F0-4065-B3E8-E5A614F1E6E0}" type="doc">
      <dgm:prSet loTypeId="urn:microsoft.com/office/officeart/2005/8/layout/hList1" loCatId="list" qsTypeId="urn:microsoft.com/office/officeart/2005/8/quickstyle/simple1#148" qsCatId="simple" csTypeId="urn:microsoft.com/office/officeart/2005/8/colors/accent0_1#204" csCatId="mainScheme" phldr="1"/>
      <dgm:spPr/>
      <dgm:t>
        <a:bodyPr/>
        <a:lstStyle/>
        <a:p>
          <a:endParaRPr lang="en-CA"/>
        </a:p>
      </dgm:t>
    </dgm:pt>
    <dgm:pt modelId="{54545E58-921C-4192-9ABD-C23AC8AE6077}">
      <dgm:prSet phldrT="[Text]" custT="1"/>
      <dgm:spPr/>
      <dgm:t>
        <a:bodyPr/>
        <a:lstStyle/>
        <a:p>
          <a:r>
            <a:rPr lang="en-CA" sz="1400"/>
            <a:t>CNH Management</a:t>
          </a:r>
        </a:p>
      </dgm:t>
    </dgm:pt>
    <dgm:pt modelId="{F27F7721-513C-4C61-BC73-3F1343F7D470}" type="parTrans" cxnId="{9917C5E9-BB6D-43A7-B50B-0E6D04D44824}">
      <dgm:prSet/>
      <dgm:spPr/>
      <dgm:t>
        <a:bodyPr/>
        <a:lstStyle/>
        <a:p>
          <a:endParaRPr lang="en-CA"/>
        </a:p>
      </dgm:t>
    </dgm:pt>
    <dgm:pt modelId="{44828AEF-8218-4EA9-8DFD-17ACEB29DC12}" type="sibTrans" cxnId="{9917C5E9-BB6D-43A7-B50B-0E6D04D44824}">
      <dgm:prSet/>
      <dgm:spPr/>
      <dgm:t>
        <a:bodyPr/>
        <a:lstStyle/>
        <a:p>
          <a:endParaRPr lang="en-CA"/>
        </a:p>
      </dgm:t>
    </dgm:pt>
    <dgm:pt modelId="{AC2C6E69-775E-4C71-9C86-BB9D6B7FEB6A}">
      <dgm:prSet phldrT="[Text]" custT="1"/>
      <dgm:spPr/>
      <dgm:t>
        <a:bodyPr/>
        <a:lstStyle/>
        <a:p>
          <a:pPr algn="ctr"/>
          <a:r>
            <a:rPr lang="en-CA" sz="1400"/>
            <a:t>Interested in operating cost, energy and CO2 reduction</a:t>
          </a:r>
        </a:p>
      </dgm:t>
    </dgm:pt>
    <dgm:pt modelId="{4328E6C0-D001-4741-AA4F-B215C74FD381}" type="parTrans" cxnId="{A3856C56-FF37-4D61-BE2E-2BE8AA30CE59}">
      <dgm:prSet/>
      <dgm:spPr/>
      <dgm:t>
        <a:bodyPr/>
        <a:lstStyle/>
        <a:p>
          <a:endParaRPr lang="en-CA"/>
        </a:p>
      </dgm:t>
    </dgm:pt>
    <dgm:pt modelId="{39D856CF-3B07-4BD3-B977-C92FC99495E7}" type="sibTrans" cxnId="{A3856C56-FF37-4D61-BE2E-2BE8AA30CE59}">
      <dgm:prSet/>
      <dgm:spPr/>
      <dgm:t>
        <a:bodyPr/>
        <a:lstStyle/>
        <a:p>
          <a:endParaRPr lang="en-CA"/>
        </a:p>
      </dgm:t>
    </dgm:pt>
    <dgm:pt modelId="{B303A112-6133-4022-A8C6-9A57AE0B8927}">
      <dgm:prSet phldrT="[Text]" phldr="0" custT="1"/>
      <dgm:spPr/>
      <dgm:t>
        <a:bodyPr/>
        <a:lstStyle/>
        <a:p>
          <a:r>
            <a:rPr lang="en-CA" sz="1400"/>
            <a:t>ISE Team</a:t>
          </a:r>
        </a:p>
      </dgm:t>
    </dgm:pt>
    <dgm:pt modelId="{2B91D0F9-41BB-483A-B97E-ECECD48026D5}" type="parTrans" cxnId="{52BE7B9B-C7E2-450E-8DB4-887AAE41875E}">
      <dgm:prSet/>
      <dgm:spPr/>
      <dgm:t>
        <a:bodyPr/>
        <a:lstStyle/>
        <a:p>
          <a:endParaRPr lang="en-CA"/>
        </a:p>
      </dgm:t>
    </dgm:pt>
    <dgm:pt modelId="{E44AFB9D-05D7-4B9D-AE14-E592412666E1}" type="sibTrans" cxnId="{52BE7B9B-C7E2-450E-8DB4-887AAE41875E}">
      <dgm:prSet/>
      <dgm:spPr/>
      <dgm:t>
        <a:bodyPr/>
        <a:lstStyle/>
        <a:p>
          <a:endParaRPr lang="en-CA"/>
        </a:p>
      </dgm:t>
    </dgm:pt>
    <dgm:pt modelId="{AACD1AB3-1E3C-41EF-8ADA-E3AE40512963}">
      <dgm:prSet phldrT="[Text]"/>
      <dgm:spPr/>
      <dgm:t>
        <a:bodyPr/>
        <a:lstStyle/>
        <a:p>
          <a:pPr algn="ctr"/>
          <a:r>
            <a:rPr lang="en-CA"/>
            <a:t>Redesigning the oven after investing the physical sources of heat and energy loss</a:t>
          </a:r>
        </a:p>
      </dgm:t>
    </dgm:pt>
    <dgm:pt modelId="{697BBB7B-4BA6-474D-AEE4-CD7627A688E2}" type="parTrans" cxnId="{9C540E8C-245C-4D47-988B-5CA41EB18C1C}">
      <dgm:prSet/>
      <dgm:spPr/>
      <dgm:t>
        <a:bodyPr/>
        <a:lstStyle/>
        <a:p>
          <a:endParaRPr lang="en-CA"/>
        </a:p>
      </dgm:t>
    </dgm:pt>
    <dgm:pt modelId="{7A30A6A1-F2F6-4E6D-8F22-C93881CDA674}" type="sibTrans" cxnId="{9C540E8C-245C-4D47-988B-5CA41EB18C1C}">
      <dgm:prSet/>
      <dgm:spPr/>
      <dgm:t>
        <a:bodyPr/>
        <a:lstStyle/>
        <a:p>
          <a:endParaRPr lang="en-CA"/>
        </a:p>
      </dgm:t>
    </dgm:pt>
    <dgm:pt modelId="{2EC7E0CA-6127-4F8A-96FD-175E0C482261}">
      <dgm:prSet phldrT="[Text]" phldr="0"/>
      <dgm:spPr/>
      <dgm:t>
        <a:bodyPr/>
        <a:lstStyle/>
        <a:p>
          <a:r>
            <a:rPr lang="en-CA"/>
            <a:t>SSE Member</a:t>
          </a:r>
        </a:p>
      </dgm:t>
    </dgm:pt>
    <dgm:pt modelId="{311D43CE-0F9F-446E-A941-49ABD386B396}" type="parTrans" cxnId="{F8C39DB2-437D-4035-8557-5932836D7AC5}">
      <dgm:prSet/>
      <dgm:spPr/>
      <dgm:t>
        <a:bodyPr/>
        <a:lstStyle/>
        <a:p>
          <a:endParaRPr lang="en-CA"/>
        </a:p>
      </dgm:t>
    </dgm:pt>
    <dgm:pt modelId="{9A7495B7-E80C-444D-85A0-DEEA2E08DEE2}" type="sibTrans" cxnId="{F8C39DB2-437D-4035-8557-5932836D7AC5}">
      <dgm:prSet/>
      <dgm:spPr/>
      <dgm:t>
        <a:bodyPr/>
        <a:lstStyle/>
        <a:p>
          <a:endParaRPr lang="en-CA"/>
        </a:p>
      </dgm:t>
    </dgm:pt>
    <dgm:pt modelId="{7E232A13-A708-429E-8874-FCD95A75283C}">
      <dgm:prSet phldrT="[Text]"/>
      <dgm:spPr/>
      <dgm:t>
        <a:bodyPr/>
        <a:lstStyle/>
        <a:p>
          <a:pPr algn="ctr"/>
          <a:r>
            <a:rPr lang="en-CA"/>
            <a:t>Turns process data into energy-performance insight</a:t>
          </a:r>
        </a:p>
      </dgm:t>
    </dgm:pt>
    <dgm:pt modelId="{5FF1259C-6886-42BC-B12E-5CEFB4D2B713}" type="parTrans" cxnId="{3DC97002-2F84-4AB2-9E74-861AAD970A5C}">
      <dgm:prSet/>
      <dgm:spPr/>
      <dgm:t>
        <a:bodyPr/>
        <a:lstStyle/>
        <a:p>
          <a:endParaRPr lang="en-CA"/>
        </a:p>
      </dgm:t>
    </dgm:pt>
    <dgm:pt modelId="{733E2BE1-68A5-4474-8ECE-20124836C219}" type="sibTrans" cxnId="{3DC97002-2F84-4AB2-9E74-861AAD970A5C}">
      <dgm:prSet/>
      <dgm:spPr/>
      <dgm:t>
        <a:bodyPr/>
        <a:lstStyle/>
        <a:p>
          <a:endParaRPr lang="en-CA"/>
        </a:p>
      </dgm:t>
    </dgm:pt>
    <dgm:pt modelId="{924A99FE-1F0E-4F9B-85F1-B83505828A86}" type="pres">
      <dgm:prSet presAssocID="{3011FF6A-56F0-4065-B3E8-E5A614F1E6E0}" presName="Name0" presStyleCnt="0">
        <dgm:presLayoutVars>
          <dgm:dir/>
          <dgm:animLvl val="lvl"/>
          <dgm:resizeHandles val="exact"/>
        </dgm:presLayoutVars>
      </dgm:prSet>
      <dgm:spPr/>
    </dgm:pt>
    <dgm:pt modelId="{74C0E55D-DF30-425D-8F30-933731B38EEA}" type="pres">
      <dgm:prSet presAssocID="{54545E58-921C-4192-9ABD-C23AC8AE6077}" presName="composite" presStyleCnt="0"/>
      <dgm:spPr/>
    </dgm:pt>
    <dgm:pt modelId="{01D260D5-5BEA-47EE-8F8D-E32F94BDB23C}" type="pres">
      <dgm:prSet presAssocID="{54545E58-921C-4192-9ABD-C23AC8AE607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41F204CA-E965-45AB-92C3-E824391AEE75}" type="pres">
      <dgm:prSet presAssocID="{54545E58-921C-4192-9ABD-C23AC8AE6077}" presName="desTx" presStyleLbl="alignAccFollowNode1" presStyleIdx="0" presStyleCnt="3">
        <dgm:presLayoutVars>
          <dgm:bulletEnabled val="1"/>
        </dgm:presLayoutVars>
      </dgm:prSet>
      <dgm:spPr/>
    </dgm:pt>
    <dgm:pt modelId="{EC896E26-2AA2-44CA-BE42-35473B51E8F1}" type="pres">
      <dgm:prSet presAssocID="{44828AEF-8218-4EA9-8DFD-17ACEB29DC12}" presName="space" presStyleCnt="0"/>
      <dgm:spPr/>
    </dgm:pt>
    <dgm:pt modelId="{F0AB4E6D-4942-4F8D-980B-BF7F2BF2D38D}" type="pres">
      <dgm:prSet presAssocID="{B303A112-6133-4022-A8C6-9A57AE0B8927}" presName="composite" presStyleCnt="0"/>
      <dgm:spPr/>
    </dgm:pt>
    <dgm:pt modelId="{469D4428-116D-4A88-8023-CF958B4D8AF0}" type="pres">
      <dgm:prSet presAssocID="{B303A112-6133-4022-A8C6-9A57AE0B892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CB7FE6B-54DD-4C3C-89E9-F9FC71E2D428}" type="pres">
      <dgm:prSet presAssocID="{B303A112-6133-4022-A8C6-9A57AE0B8927}" presName="desTx" presStyleLbl="alignAccFollowNode1" presStyleIdx="1" presStyleCnt="3">
        <dgm:presLayoutVars>
          <dgm:bulletEnabled val="1"/>
        </dgm:presLayoutVars>
      </dgm:prSet>
      <dgm:spPr/>
    </dgm:pt>
    <dgm:pt modelId="{61A02828-0054-4E58-8E3D-996FC74ABB5C}" type="pres">
      <dgm:prSet presAssocID="{E44AFB9D-05D7-4B9D-AE14-E592412666E1}" presName="space" presStyleCnt="0"/>
      <dgm:spPr/>
    </dgm:pt>
    <dgm:pt modelId="{FD8B6655-C102-4B37-B1BE-2055C066DED7}" type="pres">
      <dgm:prSet presAssocID="{2EC7E0CA-6127-4F8A-96FD-175E0C482261}" presName="composite" presStyleCnt="0"/>
      <dgm:spPr/>
    </dgm:pt>
    <dgm:pt modelId="{A9E2E4FF-2753-487E-A2D6-8D01FC19319C}" type="pres">
      <dgm:prSet presAssocID="{2EC7E0CA-6127-4F8A-96FD-175E0C48226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A3ADC63-2F39-41B7-AE52-662E7D05CFFA}" type="pres">
      <dgm:prSet presAssocID="{2EC7E0CA-6127-4F8A-96FD-175E0C48226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DC97002-2F84-4AB2-9E74-861AAD970A5C}" srcId="{2EC7E0CA-6127-4F8A-96FD-175E0C482261}" destId="{7E232A13-A708-429E-8874-FCD95A75283C}" srcOrd="0" destOrd="0" parTransId="{5FF1259C-6886-42BC-B12E-5CEFB4D2B713}" sibTransId="{733E2BE1-68A5-4474-8ECE-20124836C219}"/>
    <dgm:cxn modelId="{5969600E-0205-4536-9CC8-7A2985A643D4}" type="presOf" srcId="{AACD1AB3-1E3C-41EF-8ADA-E3AE40512963}" destId="{3CB7FE6B-54DD-4C3C-89E9-F9FC71E2D428}" srcOrd="0" destOrd="0" presId="urn:microsoft.com/office/officeart/2005/8/layout/hList1"/>
    <dgm:cxn modelId="{C8151B10-4011-472B-A585-EA6FD9BF12AF}" type="presOf" srcId="{B303A112-6133-4022-A8C6-9A57AE0B8927}" destId="{469D4428-116D-4A88-8023-CF958B4D8AF0}" srcOrd="0" destOrd="0" presId="urn:microsoft.com/office/officeart/2005/8/layout/hList1"/>
    <dgm:cxn modelId="{99E0FB60-DB27-46A3-AD3B-8B6F54E7C26D}" type="presOf" srcId="{54545E58-921C-4192-9ABD-C23AC8AE6077}" destId="{01D260D5-5BEA-47EE-8F8D-E32F94BDB23C}" srcOrd="0" destOrd="0" presId="urn:microsoft.com/office/officeart/2005/8/layout/hList1"/>
    <dgm:cxn modelId="{B0F7DD65-46BE-4649-801C-1FB360C08C16}" type="presOf" srcId="{3011FF6A-56F0-4065-B3E8-E5A614F1E6E0}" destId="{924A99FE-1F0E-4F9B-85F1-B83505828A86}" srcOrd="0" destOrd="0" presId="urn:microsoft.com/office/officeart/2005/8/layout/hList1"/>
    <dgm:cxn modelId="{4467824F-D143-4D3B-9346-83B093D7F8E6}" type="presOf" srcId="{AC2C6E69-775E-4C71-9C86-BB9D6B7FEB6A}" destId="{41F204CA-E965-45AB-92C3-E824391AEE75}" srcOrd="0" destOrd="0" presId="urn:microsoft.com/office/officeart/2005/8/layout/hList1"/>
    <dgm:cxn modelId="{A3856C56-FF37-4D61-BE2E-2BE8AA30CE59}" srcId="{54545E58-921C-4192-9ABD-C23AC8AE6077}" destId="{AC2C6E69-775E-4C71-9C86-BB9D6B7FEB6A}" srcOrd="0" destOrd="0" parTransId="{4328E6C0-D001-4741-AA4F-B215C74FD381}" sibTransId="{39D856CF-3B07-4BD3-B977-C92FC99495E7}"/>
    <dgm:cxn modelId="{9C540E8C-245C-4D47-988B-5CA41EB18C1C}" srcId="{B303A112-6133-4022-A8C6-9A57AE0B8927}" destId="{AACD1AB3-1E3C-41EF-8ADA-E3AE40512963}" srcOrd="0" destOrd="0" parTransId="{697BBB7B-4BA6-474D-AEE4-CD7627A688E2}" sibTransId="{7A30A6A1-F2F6-4E6D-8F22-C93881CDA674}"/>
    <dgm:cxn modelId="{52BE7B9B-C7E2-450E-8DB4-887AAE41875E}" srcId="{3011FF6A-56F0-4065-B3E8-E5A614F1E6E0}" destId="{B303A112-6133-4022-A8C6-9A57AE0B8927}" srcOrd="1" destOrd="0" parTransId="{2B91D0F9-41BB-483A-B97E-ECECD48026D5}" sibTransId="{E44AFB9D-05D7-4B9D-AE14-E592412666E1}"/>
    <dgm:cxn modelId="{F8E7F9A2-269D-4542-858D-B96B3D6259CB}" type="presOf" srcId="{2EC7E0CA-6127-4F8A-96FD-175E0C482261}" destId="{A9E2E4FF-2753-487E-A2D6-8D01FC19319C}" srcOrd="0" destOrd="0" presId="urn:microsoft.com/office/officeart/2005/8/layout/hList1"/>
    <dgm:cxn modelId="{F8C39DB2-437D-4035-8557-5932836D7AC5}" srcId="{3011FF6A-56F0-4065-B3E8-E5A614F1E6E0}" destId="{2EC7E0CA-6127-4F8A-96FD-175E0C482261}" srcOrd="2" destOrd="0" parTransId="{311D43CE-0F9F-446E-A941-49ABD386B396}" sibTransId="{9A7495B7-E80C-444D-85A0-DEEA2E08DEE2}"/>
    <dgm:cxn modelId="{EB5F7EE5-F1C1-47CF-A4D8-EA0B3A523CC9}" type="presOf" srcId="{7E232A13-A708-429E-8874-FCD95A75283C}" destId="{5A3ADC63-2F39-41B7-AE52-662E7D05CFFA}" srcOrd="0" destOrd="0" presId="urn:microsoft.com/office/officeart/2005/8/layout/hList1"/>
    <dgm:cxn modelId="{9917C5E9-BB6D-43A7-B50B-0E6D04D44824}" srcId="{3011FF6A-56F0-4065-B3E8-E5A614F1E6E0}" destId="{54545E58-921C-4192-9ABD-C23AC8AE6077}" srcOrd="0" destOrd="0" parTransId="{F27F7721-513C-4C61-BC73-3F1343F7D470}" sibTransId="{44828AEF-8218-4EA9-8DFD-17ACEB29DC12}"/>
    <dgm:cxn modelId="{6B8A8860-C1B5-4596-8A0C-C92314BEB91F}" type="presParOf" srcId="{924A99FE-1F0E-4F9B-85F1-B83505828A86}" destId="{74C0E55D-DF30-425D-8F30-933731B38EEA}" srcOrd="0" destOrd="0" presId="urn:microsoft.com/office/officeart/2005/8/layout/hList1"/>
    <dgm:cxn modelId="{6CBC109D-9552-4F90-A22C-CB5A00B611D8}" type="presParOf" srcId="{74C0E55D-DF30-425D-8F30-933731B38EEA}" destId="{01D260D5-5BEA-47EE-8F8D-E32F94BDB23C}" srcOrd="0" destOrd="0" presId="urn:microsoft.com/office/officeart/2005/8/layout/hList1"/>
    <dgm:cxn modelId="{15054133-8E57-4C9B-958F-B2CA5A5CB15B}" type="presParOf" srcId="{74C0E55D-DF30-425D-8F30-933731B38EEA}" destId="{41F204CA-E965-45AB-92C3-E824391AEE75}" srcOrd="1" destOrd="0" presId="urn:microsoft.com/office/officeart/2005/8/layout/hList1"/>
    <dgm:cxn modelId="{BAAD84ED-94FC-4C80-8FBF-9BD7D90B78B7}" type="presParOf" srcId="{924A99FE-1F0E-4F9B-85F1-B83505828A86}" destId="{EC896E26-2AA2-44CA-BE42-35473B51E8F1}" srcOrd="1" destOrd="0" presId="urn:microsoft.com/office/officeart/2005/8/layout/hList1"/>
    <dgm:cxn modelId="{F56060F3-BB02-441A-939B-5971E18372F4}" type="presParOf" srcId="{924A99FE-1F0E-4F9B-85F1-B83505828A86}" destId="{F0AB4E6D-4942-4F8D-980B-BF7F2BF2D38D}" srcOrd="2" destOrd="0" presId="urn:microsoft.com/office/officeart/2005/8/layout/hList1"/>
    <dgm:cxn modelId="{2885E5E1-EDD4-4761-AF7C-C5E9C3E704F0}" type="presParOf" srcId="{F0AB4E6D-4942-4F8D-980B-BF7F2BF2D38D}" destId="{469D4428-116D-4A88-8023-CF958B4D8AF0}" srcOrd="0" destOrd="0" presId="urn:microsoft.com/office/officeart/2005/8/layout/hList1"/>
    <dgm:cxn modelId="{D84D5D3D-3494-44DE-90C3-DCB13AF2156E}" type="presParOf" srcId="{F0AB4E6D-4942-4F8D-980B-BF7F2BF2D38D}" destId="{3CB7FE6B-54DD-4C3C-89E9-F9FC71E2D428}" srcOrd="1" destOrd="0" presId="urn:microsoft.com/office/officeart/2005/8/layout/hList1"/>
    <dgm:cxn modelId="{831B5973-0D21-4763-8476-A8BB31001F7B}" type="presParOf" srcId="{924A99FE-1F0E-4F9B-85F1-B83505828A86}" destId="{61A02828-0054-4E58-8E3D-996FC74ABB5C}" srcOrd="3" destOrd="0" presId="urn:microsoft.com/office/officeart/2005/8/layout/hList1"/>
    <dgm:cxn modelId="{F62B954D-A3FD-405C-AB0C-B323A3F4A394}" type="presParOf" srcId="{924A99FE-1F0E-4F9B-85F1-B83505828A86}" destId="{FD8B6655-C102-4B37-B1BE-2055C066DED7}" srcOrd="4" destOrd="0" presId="urn:microsoft.com/office/officeart/2005/8/layout/hList1"/>
    <dgm:cxn modelId="{298F105C-D2CC-4519-8835-852E556A5823}" type="presParOf" srcId="{FD8B6655-C102-4B37-B1BE-2055C066DED7}" destId="{A9E2E4FF-2753-487E-A2D6-8D01FC19319C}" srcOrd="0" destOrd="0" presId="urn:microsoft.com/office/officeart/2005/8/layout/hList1"/>
    <dgm:cxn modelId="{86F9F4D1-882A-43F4-A735-1AA0F778ADF5}" type="presParOf" srcId="{FD8B6655-C102-4B37-B1BE-2055C066DED7}" destId="{5A3ADC63-2F39-41B7-AE52-662E7D05CFF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1DDE70D-BAF4-42E8-9285-F375A2EC2DBC}" type="doc">
      <dgm:prSet loTypeId="urn:microsoft.com/office/officeart/2005/8/layout/hList1" loCatId="list" qsTypeId="urn:microsoft.com/office/officeart/2005/8/quickstyle/simple1#340" qsCatId="simple" csTypeId="urn:microsoft.com/office/officeart/2005/8/colors/accent0_3#238" csCatId="mainScheme" phldr="1"/>
      <dgm:spPr/>
      <dgm:t>
        <a:bodyPr/>
        <a:lstStyle/>
        <a:p>
          <a:endParaRPr lang="en-US"/>
        </a:p>
      </dgm:t>
    </dgm:pt>
    <dgm:pt modelId="{E4328F62-F72C-44E2-BFD3-2A371A2CFDBA}">
      <dgm:prSet phldrT="[Text]" phldr="0" custT="1"/>
      <dgm:spPr>
        <a:solidFill>
          <a:schemeClr val="tx1"/>
        </a:solidFill>
      </dgm:spPr>
      <dgm:t>
        <a:bodyPr/>
        <a:lstStyle/>
        <a:p>
          <a:pPr algn="ctr" rtl="0"/>
          <a:r>
            <a:rPr lang="en-US" sz="2400">
              <a:latin typeface="Calibri"/>
              <a:ea typeface="Calibri"/>
              <a:cs typeface="Calibri"/>
            </a:rPr>
            <a:t>Users - CNH Engineers/ Operators</a:t>
          </a:r>
        </a:p>
      </dgm:t>
    </dgm:pt>
    <dgm:pt modelId="{BFCF32B4-F5DE-4CEC-B1C1-91A47A86999B}" type="parTrans" cxnId="{2E338BDD-6D17-48D8-82B4-FC54948E2DAE}">
      <dgm:prSet/>
      <dgm:spPr/>
      <dgm:t>
        <a:bodyPr/>
        <a:lstStyle/>
        <a:p>
          <a:endParaRPr lang="en-US"/>
        </a:p>
      </dgm:t>
    </dgm:pt>
    <dgm:pt modelId="{61DC887F-15E4-4CA4-B1BD-B270667746B7}" type="sibTrans" cxnId="{2E338BDD-6D17-48D8-82B4-FC54948E2DAE}">
      <dgm:prSet/>
      <dgm:spPr/>
      <dgm:t>
        <a:bodyPr/>
        <a:lstStyle/>
        <a:p>
          <a:endParaRPr lang="en-US"/>
        </a:p>
      </dgm:t>
    </dgm:pt>
    <dgm:pt modelId="{D8769145-23CE-4A3A-B973-3EB92D0F05A4}">
      <dgm:prSet phldrT="[Text]" phldr="0" custT="1"/>
      <dgm:spPr>
        <a:solidFill>
          <a:schemeClr val="tx1"/>
        </a:solidFill>
      </dgm:spPr>
      <dgm:t>
        <a:bodyPr/>
        <a:lstStyle/>
        <a:p>
          <a:pPr rtl="0"/>
          <a:r>
            <a:rPr lang="en-US" sz="2800">
              <a:latin typeface="Calibri"/>
              <a:ea typeface="Calibri"/>
              <a:cs typeface="Calibri"/>
            </a:rPr>
            <a:t>Business - CNH</a:t>
          </a:r>
        </a:p>
      </dgm:t>
    </dgm:pt>
    <dgm:pt modelId="{90545C33-6657-4F4F-8470-D2EC9C22E0AB}" type="parTrans" cxnId="{38654860-15A5-4E07-B936-1A82ACA1DFCB}">
      <dgm:prSet/>
      <dgm:spPr/>
      <dgm:t>
        <a:bodyPr/>
        <a:lstStyle/>
        <a:p>
          <a:endParaRPr lang="en-US"/>
        </a:p>
      </dgm:t>
    </dgm:pt>
    <dgm:pt modelId="{0F8C7D66-831C-4F36-ADCF-7732E3EFA993}" type="sibTrans" cxnId="{38654860-15A5-4E07-B936-1A82ACA1DFCB}">
      <dgm:prSet/>
      <dgm:spPr/>
      <dgm:t>
        <a:bodyPr/>
        <a:lstStyle/>
        <a:p>
          <a:endParaRPr lang="en-US"/>
        </a:p>
      </dgm:t>
    </dgm:pt>
    <dgm:pt modelId="{8CB85C45-300F-4CB9-A3DA-72DCE59F6FFD}">
      <dgm:prSet phldrT="[Text]" phldr="0" custT="1"/>
      <dgm:spPr/>
      <dgm:t>
        <a:bodyPr/>
        <a:lstStyle/>
        <a:p>
          <a:pPr algn="l"/>
          <a:r>
            <a:rPr lang="en-US" sz="1800" b="0">
              <a:latin typeface="Calibri"/>
              <a:ea typeface="Calibri"/>
              <a:cs typeface="Calibri"/>
            </a:rPr>
            <a:t>Raw data doesn’t clearly reveal excessive energy use. </a:t>
          </a:r>
          <a:endParaRPr lang="en-US">
            <a:latin typeface="Calibri"/>
            <a:ea typeface="Calibri"/>
            <a:cs typeface="Calibri"/>
          </a:endParaRPr>
        </a:p>
      </dgm:t>
    </dgm:pt>
    <dgm:pt modelId="{7150E1B9-38EF-41EC-85BB-53B9EBD3A54E}" type="parTrans" cxnId="{B3D73789-FEE9-440A-826E-42ECA1A47F09}">
      <dgm:prSet/>
      <dgm:spPr/>
      <dgm:t>
        <a:bodyPr/>
        <a:lstStyle/>
        <a:p>
          <a:endParaRPr lang="en-CA"/>
        </a:p>
      </dgm:t>
    </dgm:pt>
    <dgm:pt modelId="{094C1E11-550A-4815-A464-728CE5870EEC}" type="sibTrans" cxnId="{B3D73789-FEE9-440A-826E-42ECA1A47F09}">
      <dgm:prSet/>
      <dgm:spPr/>
      <dgm:t>
        <a:bodyPr/>
        <a:lstStyle/>
        <a:p>
          <a:endParaRPr lang="en-CA"/>
        </a:p>
      </dgm:t>
    </dgm:pt>
    <dgm:pt modelId="{8924DE7C-9BD6-4C34-8B5B-821DE87265F2}">
      <dgm:prSet phldrT="[Text]" phldr="0" custT="1"/>
      <dgm:spPr/>
      <dgm:t>
        <a:bodyPr/>
        <a:lstStyle/>
        <a:p>
          <a:pPr algn="l"/>
          <a:r>
            <a:rPr lang="en-US" sz="1800" b="0">
              <a:latin typeface="Calibri"/>
              <a:ea typeface="Calibri"/>
              <a:cs typeface="Calibri"/>
            </a:rPr>
            <a:t>Engineers need to know when and why it happens</a:t>
          </a:r>
          <a:r>
            <a:rPr lang="en-US" b="0">
              <a:latin typeface="Calibri"/>
              <a:ea typeface="Calibri"/>
              <a:cs typeface="Calibri"/>
            </a:rPr>
            <a:t>.</a:t>
          </a:r>
          <a:r>
            <a:rPr lang="en-US" sz="1800" b="0">
              <a:latin typeface="Calibri"/>
              <a:ea typeface="Calibri"/>
              <a:cs typeface="Calibri"/>
            </a:rPr>
            <a:t> </a:t>
          </a:r>
          <a:endParaRPr lang="en-US">
            <a:latin typeface="Calibri"/>
            <a:ea typeface="Calibri"/>
            <a:cs typeface="Calibri"/>
          </a:endParaRPr>
        </a:p>
      </dgm:t>
    </dgm:pt>
    <dgm:pt modelId="{15D32A4F-0FBB-4B7F-82DD-1B415AA2BF80}" type="parTrans" cxnId="{B944A7EA-A109-443D-ACC2-A998564D3AD9}">
      <dgm:prSet/>
      <dgm:spPr/>
      <dgm:t>
        <a:bodyPr/>
        <a:lstStyle/>
        <a:p>
          <a:endParaRPr lang="en-CA"/>
        </a:p>
      </dgm:t>
    </dgm:pt>
    <dgm:pt modelId="{489CF6EC-0E9B-407A-AB8A-273A0E243158}" type="sibTrans" cxnId="{B944A7EA-A109-443D-ACC2-A998564D3AD9}">
      <dgm:prSet/>
      <dgm:spPr/>
      <dgm:t>
        <a:bodyPr/>
        <a:lstStyle/>
        <a:p>
          <a:endParaRPr lang="en-CA"/>
        </a:p>
      </dgm:t>
    </dgm:pt>
    <dgm:pt modelId="{CF54ACD3-4E8A-4A20-918C-A6E87B480A31}">
      <dgm:prSet phldrT="[Text]" phldr="0" custT="1"/>
      <dgm:spPr/>
      <dgm:t>
        <a:bodyPr/>
        <a:lstStyle/>
        <a:p>
          <a:pPr algn="l"/>
          <a:r>
            <a:rPr lang="en-US" sz="1800" b="0">
              <a:latin typeface="Calibri"/>
              <a:ea typeface="Calibri"/>
              <a:cs typeface="Calibri"/>
            </a:rPr>
            <a:t>They need evidence to focus further physical investigation.</a:t>
          </a:r>
          <a:endParaRPr lang="en-US" b="0">
            <a:latin typeface="Calibri"/>
            <a:ea typeface="Calibri"/>
            <a:cs typeface="Calibri"/>
          </a:endParaRPr>
        </a:p>
      </dgm:t>
    </dgm:pt>
    <dgm:pt modelId="{C6E0557D-460F-4FD6-9250-77825440AA1E}" type="parTrans" cxnId="{1F09F995-BA4D-4166-811C-7EA8DB547BE5}">
      <dgm:prSet/>
      <dgm:spPr/>
      <dgm:t>
        <a:bodyPr/>
        <a:lstStyle/>
        <a:p>
          <a:endParaRPr lang="en-CA"/>
        </a:p>
      </dgm:t>
    </dgm:pt>
    <dgm:pt modelId="{A43D0B82-55A8-48BD-BDEF-395B172256C3}" type="sibTrans" cxnId="{1F09F995-BA4D-4166-811C-7EA8DB547BE5}">
      <dgm:prSet/>
      <dgm:spPr/>
      <dgm:t>
        <a:bodyPr/>
        <a:lstStyle/>
        <a:p>
          <a:endParaRPr lang="en-CA"/>
        </a:p>
      </dgm:t>
    </dgm:pt>
    <dgm:pt modelId="{41B3DFBC-3641-4647-8683-47EEF8D05D3E}">
      <dgm:prSet phldrT="[Text]" phldr="0" custT="0"/>
      <dgm:spPr/>
      <dgm:t>
        <a:bodyPr/>
        <a:lstStyle/>
        <a:p>
          <a:pPr algn="l"/>
          <a:r>
            <a:rPr lang="en-US" sz="1800" b="0">
              <a:latin typeface="Calibri"/>
              <a:ea typeface="Calibri"/>
              <a:cs typeface="Calibri"/>
            </a:rPr>
            <a:t>East oven has significant energy loss.</a:t>
          </a:r>
          <a:r>
            <a:rPr lang="en-US" sz="1800">
              <a:latin typeface="Calibri"/>
              <a:ea typeface="Calibri"/>
              <a:cs typeface="Calibri"/>
            </a:rPr>
            <a:t> </a:t>
          </a:r>
        </a:p>
      </dgm:t>
    </dgm:pt>
    <dgm:pt modelId="{CCEDF8FE-9A64-41E6-8A10-1954163A51FD}" type="parTrans" cxnId="{016D330A-F20D-46CB-A0ED-DC69FA8BD166}">
      <dgm:prSet/>
      <dgm:spPr/>
    </dgm:pt>
    <dgm:pt modelId="{B7341814-02F9-4BB7-A502-5CD0C8C6DE1D}" type="sibTrans" cxnId="{016D330A-F20D-46CB-A0ED-DC69FA8BD166}">
      <dgm:prSet/>
      <dgm:spPr/>
    </dgm:pt>
    <dgm:pt modelId="{FF0EC7F5-42E8-49BC-9855-C1DD359658B2}">
      <dgm:prSet phldrT="[Text]" phldr="0"/>
      <dgm:spPr/>
      <dgm:t>
        <a:bodyPr/>
        <a:lstStyle/>
        <a:p>
          <a:pPr algn="l"/>
          <a:r>
            <a:rPr lang="en-US" sz="1800" b="0">
              <a:latin typeface="Calibri"/>
              <a:ea typeface="Calibri"/>
              <a:cs typeface="Calibri"/>
            </a:rPr>
            <a:t>The exact cause is still unknown.</a:t>
          </a:r>
          <a:r>
            <a:rPr lang="en-US" sz="1800">
              <a:latin typeface="Calibri"/>
              <a:ea typeface="Calibri"/>
              <a:cs typeface="Calibri"/>
            </a:rPr>
            <a:t> </a:t>
          </a:r>
        </a:p>
      </dgm:t>
    </dgm:pt>
    <dgm:pt modelId="{647DF597-E436-4418-B0D9-C858C8C3DC1E}" type="parTrans" cxnId="{6C9A1C53-89D3-4E4B-B1DD-978B31A356F9}">
      <dgm:prSet/>
      <dgm:spPr/>
    </dgm:pt>
    <dgm:pt modelId="{AB587660-55BC-441E-81F5-1EDF4C516F26}" type="sibTrans" cxnId="{6C9A1C53-89D3-4E4B-B1DD-978B31A356F9}">
      <dgm:prSet/>
      <dgm:spPr/>
    </dgm:pt>
    <dgm:pt modelId="{BFEF165A-2D58-405A-9D95-D7D1DAA504AC}">
      <dgm:prSet phldrT="[Text]" phldr="0"/>
      <dgm:spPr/>
      <dgm:t>
        <a:bodyPr/>
        <a:lstStyle/>
        <a:p>
          <a:pPr algn="l"/>
          <a:r>
            <a:rPr lang="en-US" sz="1800" b="0">
              <a:latin typeface="Calibri"/>
              <a:ea typeface="Calibri"/>
              <a:cs typeface="Calibri"/>
            </a:rPr>
            <a:t>Higher gas use increases cost and CO₂ emissions.</a:t>
          </a:r>
          <a:r>
            <a:rPr lang="en-US" sz="1800">
              <a:latin typeface="Calibri"/>
              <a:ea typeface="Calibri"/>
              <a:cs typeface="Calibri"/>
            </a:rPr>
            <a:t> </a:t>
          </a:r>
        </a:p>
      </dgm:t>
    </dgm:pt>
    <dgm:pt modelId="{478EE87B-0155-45A9-AD6C-E96868CDA770}" type="parTrans" cxnId="{5E00457A-5057-4EEA-9612-C9F12673053C}">
      <dgm:prSet/>
      <dgm:spPr/>
    </dgm:pt>
    <dgm:pt modelId="{386B13D5-D495-447F-893C-515E7DA7ED5C}" type="sibTrans" cxnId="{5E00457A-5057-4EEA-9612-C9F12673053C}">
      <dgm:prSet/>
      <dgm:spPr/>
    </dgm:pt>
    <dgm:pt modelId="{F84F8C50-D23D-4AA8-B0CB-A5417ECFA495}">
      <dgm:prSet phldrT="[Text]" phldr="0"/>
      <dgm:spPr/>
      <dgm:t>
        <a:bodyPr/>
        <a:lstStyle/>
        <a:p>
          <a:pPr algn="l"/>
          <a:r>
            <a:rPr lang="en-US" sz="1800" b="0">
              <a:latin typeface="Calibri"/>
              <a:ea typeface="Calibri"/>
              <a:cs typeface="Calibri"/>
            </a:rPr>
            <a:t>CNH needs evidence to prioritize improvements</a:t>
          </a:r>
        </a:p>
      </dgm:t>
    </dgm:pt>
    <dgm:pt modelId="{D28A144F-42FE-4998-99E5-9BC64808F51B}" type="parTrans" cxnId="{2DC3F2D1-7CC5-47DC-A4C4-56EAE8D05816}">
      <dgm:prSet/>
      <dgm:spPr/>
    </dgm:pt>
    <dgm:pt modelId="{2B78198F-06EA-42C8-9546-13362D5D5EBC}" type="sibTrans" cxnId="{2DC3F2D1-7CC5-47DC-A4C4-56EAE8D05816}">
      <dgm:prSet/>
      <dgm:spPr/>
    </dgm:pt>
    <dgm:pt modelId="{B4B8E9C9-71F8-46C5-B33D-917C3DF31258}">
      <dgm:prSet phldrT="[Text]" phldr="0"/>
      <dgm:spPr/>
      <dgm:t>
        <a:bodyPr/>
        <a:lstStyle/>
        <a:p>
          <a:endParaRPr lang="en-US" sz="1800">
            <a:latin typeface="Calibri"/>
            <a:ea typeface="Calibri"/>
            <a:cs typeface="Calibri"/>
          </a:endParaRPr>
        </a:p>
      </dgm:t>
    </dgm:pt>
    <dgm:pt modelId="{13A72C11-1712-4CA0-B315-0B9E7EF1E624}" type="parTrans" cxnId="{47B1F98E-EAC1-41B6-9654-7700F397A295}">
      <dgm:prSet/>
      <dgm:spPr/>
    </dgm:pt>
    <dgm:pt modelId="{6088CA14-49C4-40B2-AD79-F34B30943821}" type="sibTrans" cxnId="{47B1F98E-EAC1-41B6-9654-7700F397A295}">
      <dgm:prSet/>
      <dgm:spPr/>
    </dgm:pt>
    <dgm:pt modelId="{67CFBB24-02A6-4958-89D5-2C60B32900C2}" type="pres">
      <dgm:prSet presAssocID="{11DDE70D-BAF4-42E8-9285-F375A2EC2DBC}" presName="Name0" presStyleCnt="0">
        <dgm:presLayoutVars>
          <dgm:dir/>
          <dgm:animLvl val="lvl"/>
          <dgm:resizeHandles val="exact"/>
        </dgm:presLayoutVars>
      </dgm:prSet>
      <dgm:spPr/>
    </dgm:pt>
    <dgm:pt modelId="{1072E571-E9F8-4DE3-87AB-0E869A213E1A}" type="pres">
      <dgm:prSet presAssocID="{E4328F62-F72C-44E2-BFD3-2A371A2CFDBA}" presName="composite" presStyleCnt="0"/>
      <dgm:spPr/>
    </dgm:pt>
    <dgm:pt modelId="{643051DB-54E8-42BE-AE2F-C46040338134}" type="pres">
      <dgm:prSet presAssocID="{E4328F62-F72C-44E2-BFD3-2A371A2CFDB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06C3C3B-730A-4129-AC3E-46B42DFA3EE7}" type="pres">
      <dgm:prSet presAssocID="{E4328F62-F72C-44E2-BFD3-2A371A2CFDBA}" presName="desTx" presStyleLbl="alignAccFollowNode1" presStyleIdx="0" presStyleCnt="2" custLinFactNeighborX="-53">
        <dgm:presLayoutVars>
          <dgm:bulletEnabled val="1"/>
        </dgm:presLayoutVars>
      </dgm:prSet>
      <dgm:spPr/>
    </dgm:pt>
    <dgm:pt modelId="{9EA26E91-C397-4DF1-8C90-110C8AFD9639}" type="pres">
      <dgm:prSet presAssocID="{61DC887F-15E4-4CA4-B1BD-B270667746B7}" presName="space" presStyleCnt="0"/>
      <dgm:spPr/>
    </dgm:pt>
    <dgm:pt modelId="{A9499D05-A9BD-4077-8134-ABB0AF692F14}" type="pres">
      <dgm:prSet presAssocID="{D8769145-23CE-4A3A-B973-3EB92D0F05A4}" presName="composite" presStyleCnt="0"/>
      <dgm:spPr/>
    </dgm:pt>
    <dgm:pt modelId="{CD04F1FB-C122-4866-84E4-AEAC38A47F97}" type="pres">
      <dgm:prSet presAssocID="{D8769145-23CE-4A3A-B973-3EB92D0F05A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E394050-1218-4C24-819B-54B8D22501E9}" type="pres">
      <dgm:prSet presAssocID="{D8769145-23CE-4A3A-B973-3EB92D0F05A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16D330A-F20D-46CB-A0ED-DC69FA8BD166}" srcId="{D8769145-23CE-4A3A-B973-3EB92D0F05A4}" destId="{41B3DFBC-3641-4647-8683-47EEF8D05D3E}" srcOrd="0" destOrd="0" parTransId="{CCEDF8FE-9A64-41E6-8A10-1954163A51FD}" sibTransId="{B7341814-02F9-4BB7-A502-5CD0C8C6DE1D}"/>
    <dgm:cxn modelId="{6BD6FC2B-56F7-4618-B1C5-7AFAA1332AD5}" type="presOf" srcId="{8924DE7C-9BD6-4C34-8B5B-821DE87265F2}" destId="{306C3C3B-730A-4129-AC3E-46B42DFA3EE7}" srcOrd="0" destOrd="1" presId="urn:microsoft.com/office/officeart/2005/8/layout/hList1"/>
    <dgm:cxn modelId="{FE8DA73C-8F06-4A0D-A813-2D3388DC2090}" type="presOf" srcId="{B4B8E9C9-71F8-46C5-B33D-917C3DF31258}" destId="{1E394050-1218-4C24-819B-54B8D22501E9}" srcOrd="0" destOrd="4" presId="urn:microsoft.com/office/officeart/2005/8/layout/hList1"/>
    <dgm:cxn modelId="{3F5CD140-B653-4FB5-B461-E7197FC80675}" type="presOf" srcId="{41B3DFBC-3641-4647-8683-47EEF8D05D3E}" destId="{1E394050-1218-4C24-819B-54B8D22501E9}" srcOrd="0" destOrd="0" presId="urn:microsoft.com/office/officeart/2005/8/layout/hList1"/>
    <dgm:cxn modelId="{38654860-15A5-4E07-B936-1A82ACA1DFCB}" srcId="{11DDE70D-BAF4-42E8-9285-F375A2EC2DBC}" destId="{D8769145-23CE-4A3A-B973-3EB92D0F05A4}" srcOrd="1" destOrd="0" parTransId="{90545C33-6657-4F4F-8470-D2EC9C22E0AB}" sibTransId="{0F8C7D66-831C-4F36-ADCF-7732E3EFA993}"/>
    <dgm:cxn modelId="{E8E7026A-C198-4D9C-9F76-F5775AD8AF06}" type="presOf" srcId="{FF0EC7F5-42E8-49BC-9855-C1DD359658B2}" destId="{1E394050-1218-4C24-819B-54B8D22501E9}" srcOrd="0" destOrd="1" presId="urn:microsoft.com/office/officeart/2005/8/layout/hList1"/>
    <dgm:cxn modelId="{6C9A1C53-89D3-4E4B-B1DD-978B31A356F9}" srcId="{D8769145-23CE-4A3A-B973-3EB92D0F05A4}" destId="{FF0EC7F5-42E8-49BC-9855-C1DD359658B2}" srcOrd="1" destOrd="0" parTransId="{647DF597-E436-4418-B0D9-C858C8C3DC1E}" sibTransId="{AB587660-55BC-441E-81F5-1EDF4C516F26}"/>
    <dgm:cxn modelId="{5E00457A-5057-4EEA-9612-C9F12673053C}" srcId="{D8769145-23CE-4A3A-B973-3EB92D0F05A4}" destId="{BFEF165A-2D58-405A-9D95-D7D1DAA504AC}" srcOrd="2" destOrd="0" parTransId="{478EE87B-0155-45A9-AD6C-E96868CDA770}" sibTransId="{386B13D5-D495-447F-893C-515E7DA7ED5C}"/>
    <dgm:cxn modelId="{B3D73789-FEE9-440A-826E-42ECA1A47F09}" srcId="{E4328F62-F72C-44E2-BFD3-2A371A2CFDBA}" destId="{8CB85C45-300F-4CB9-A3DA-72DCE59F6FFD}" srcOrd="0" destOrd="0" parTransId="{7150E1B9-38EF-41EC-85BB-53B9EBD3A54E}" sibTransId="{094C1E11-550A-4815-A464-728CE5870EEC}"/>
    <dgm:cxn modelId="{47B1F98E-EAC1-41B6-9654-7700F397A295}" srcId="{D8769145-23CE-4A3A-B973-3EB92D0F05A4}" destId="{B4B8E9C9-71F8-46C5-B33D-917C3DF31258}" srcOrd="4" destOrd="0" parTransId="{13A72C11-1712-4CA0-B315-0B9E7EF1E624}" sibTransId="{6088CA14-49C4-40B2-AD79-F34B30943821}"/>
    <dgm:cxn modelId="{91CE468F-7B10-4A4E-89CF-41ABD8D1C652}" type="presOf" srcId="{E4328F62-F72C-44E2-BFD3-2A371A2CFDBA}" destId="{643051DB-54E8-42BE-AE2F-C46040338134}" srcOrd="0" destOrd="0" presId="urn:microsoft.com/office/officeart/2005/8/layout/hList1"/>
    <dgm:cxn modelId="{1F09F995-BA4D-4166-811C-7EA8DB547BE5}" srcId="{E4328F62-F72C-44E2-BFD3-2A371A2CFDBA}" destId="{CF54ACD3-4E8A-4A20-918C-A6E87B480A31}" srcOrd="2" destOrd="0" parTransId="{C6E0557D-460F-4FD6-9250-77825440AA1E}" sibTransId="{A43D0B82-55A8-48BD-BDEF-395B172256C3}"/>
    <dgm:cxn modelId="{A1A1D8B5-7429-4D9F-A6F2-6AFE30A6118C}" type="presOf" srcId="{D8769145-23CE-4A3A-B973-3EB92D0F05A4}" destId="{CD04F1FB-C122-4866-84E4-AEAC38A47F97}" srcOrd="0" destOrd="0" presId="urn:microsoft.com/office/officeart/2005/8/layout/hList1"/>
    <dgm:cxn modelId="{7874A7C5-BFC5-45F8-B6C0-1D9935DD58BB}" type="presOf" srcId="{BFEF165A-2D58-405A-9D95-D7D1DAA504AC}" destId="{1E394050-1218-4C24-819B-54B8D22501E9}" srcOrd="0" destOrd="2" presId="urn:microsoft.com/office/officeart/2005/8/layout/hList1"/>
    <dgm:cxn modelId="{2DC3F2D1-7CC5-47DC-A4C4-56EAE8D05816}" srcId="{D8769145-23CE-4A3A-B973-3EB92D0F05A4}" destId="{F84F8C50-D23D-4AA8-B0CB-A5417ECFA495}" srcOrd="3" destOrd="0" parTransId="{D28A144F-42FE-4998-99E5-9BC64808F51B}" sibTransId="{2B78198F-06EA-42C8-9546-13362D5D5EBC}"/>
    <dgm:cxn modelId="{2E338BDD-6D17-48D8-82B4-FC54948E2DAE}" srcId="{11DDE70D-BAF4-42E8-9285-F375A2EC2DBC}" destId="{E4328F62-F72C-44E2-BFD3-2A371A2CFDBA}" srcOrd="0" destOrd="0" parTransId="{BFCF32B4-F5DE-4CEC-B1C1-91A47A86999B}" sibTransId="{61DC887F-15E4-4CA4-B1BD-B270667746B7}"/>
    <dgm:cxn modelId="{E78F8DE2-89AD-4011-B168-586B67B4EB22}" type="presOf" srcId="{11DDE70D-BAF4-42E8-9285-F375A2EC2DBC}" destId="{67CFBB24-02A6-4958-89D5-2C60B32900C2}" srcOrd="0" destOrd="0" presId="urn:microsoft.com/office/officeart/2005/8/layout/hList1"/>
    <dgm:cxn modelId="{B944A7EA-A109-443D-ACC2-A998564D3AD9}" srcId="{E4328F62-F72C-44E2-BFD3-2A371A2CFDBA}" destId="{8924DE7C-9BD6-4C34-8B5B-821DE87265F2}" srcOrd="1" destOrd="0" parTransId="{15D32A4F-0FBB-4B7F-82DD-1B415AA2BF80}" sibTransId="{489CF6EC-0E9B-407A-AB8A-273A0E243158}"/>
    <dgm:cxn modelId="{10DD0BEB-0D61-469E-9AAA-6710EF44FC12}" type="presOf" srcId="{F84F8C50-D23D-4AA8-B0CB-A5417ECFA495}" destId="{1E394050-1218-4C24-819B-54B8D22501E9}" srcOrd="0" destOrd="3" presId="urn:microsoft.com/office/officeart/2005/8/layout/hList1"/>
    <dgm:cxn modelId="{AF5D3DEC-3046-4475-AD9C-B5A2C9F5374E}" type="presOf" srcId="{8CB85C45-300F-4CB9-A3DA-72DCE59F6FFD}" destId="{306C3C3B-730A-4129-AC3E-46B42DFA3EE7}" srcOrd="0" destOrd="0" presId="urn:microsoft.com/office/officeart/2005/8/layout/hList1"/>
    <dgm:cxn modelId="{66643BFA-3C01-4050-B26D-03112F2331AB}" type="presOf" srcId="{CF54ACD3-4E8A-4A20-918C-A6E87B480A31}" destId="{306C3C3B-730A-4129-AC3E-46B42DFA3EE7}" srcOrd="0" destOrd="2" presId="urn:microsoft.com/office/officeart/2005/8/layout/hList1"/>
    <dgm:cxn modelId="{53277355-6F08-44DA-B0E4-B9FCAB7B4A0F}" type="presParOf" srcId="{67CFBB24-02A6-4958-89D5-2C60B32900C2}" destId="{1072E571-E9F8-4DE3-87AB-0E869A213E1A}" srcOrd="0" destOrd="0" presId="urn:microsoft.com/office/officeart/2005/8/layout/hList1"/>
    <dgm:cxn modelId="{B9480DFE-3CAB-4A6C-A34B-F9A10ABB8FDB}" type="presParOf" srcId="{1072E571-E9F8-4DE3-87AB-0E869A213E1A}" destId="{643051DB-54E8-42BE-AE2F-C46040338134}" srcOrd="0" destOrd="0" presId="urn:microsoft.com/office/officeart/2005/8/layout/hList1"/>
    <dgm:cxn modelId="{32FA48E2-63BA-4015-9845-10FF482C361F}" type="presParOf" srcId="{1072E571-E9F8-4DE3-87AB-0E869A213E1A}" destId="{306C3C3B-730A-4129-AC3E-46B42DFA3EE7}" srcOrd="1" destOrd="0" presId="urn:microsoft.com/office/officeart/2005/8/layout/hList1"/>
    <dgm:cxn modelId="{5E21CAE4-D072-4C59-A99A-393630C6CD03}" type="presParOf" srcId="{67CFBB24-02A6-4958-89D5-2C60B32900C2}" destId="{9EA26E91-C397-4DF1-8C90-110C8AFD9639}" srcOrd="1" destOrd="0" presId="urn:microsoft.com/office/officeart/2005/8/layout/hList1"/>
    <dgm:cxn modelId="{D9DB0570-66A8-448D-B676-946DA146D1CA}" type="presParOf" srcId="{67CFBB24-02A6-4958-89D5-2C60B32900C2}" destId="{A9499D05-A9BD-4077-8134-ABB0AF692F14}" srcOrd="2" destOrd="0" presId="urn:microsoft.com/office/officeart/2005/8/layout/hList1"/>
    <dgm:cxn modelId="{EEA7E23C-3C99-45D4-BDB2-97B32E5DBAB2}" type="presParOf" srcId="{A9499D05-A9BD-4077-8134-ABB0AF692F14}" destId="{CD04F1FB-C122-4866-84E4-AEAC38A47F97}" srcOrd="0" destOrd="0" presId="urn:microsoft.com/office/officeart/2005/8/layout/hList1"/>
    <dgm:cxn modelId="{5402F613-EC20-4D64-BD65-6BF535201057}" type="presParOf" srcId="{A9499D05-A9BD-4077-8134-ABB0AF692F14}" destId="{1E394050-1218-4C24-819B-54B8D22501E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23C9116-126E-4D94-836E-22C0E094473F}" type="doc">
      <dgm:prSet loTypeId="urn:microsoft.com/office/officeart/2005/8/layout/hProcess9" loCatId="process" qsTypeId="urn:microsoft.com/office/officeart/2005/8/quickstyle/3d3#183" qsCatId="3D" csTypeId="urn:microsoft.com/office/officeart/2005/8/colors/accent0_3#237" csCatId="mainScheme" phldr="1"/>
      <dgm:spPr/>
      <dgm:t>
        <a:bodyPr/>
        <a:lstStyle/>
        <a:p>
          <a:endParaRPr lang="en-CA"/>
        </a:p>
      </dgm:t>
    </dgm:pt>
    <dgm:pt modelId="{B51F62C9-E707-4828-ADEF-DDFF1A8A7923}">
      <dgm:prSet phldrT="[Text]" phldr="0" custT="1"/>
      <dgm:spPr/>
      <dgm:t>
        <a:bodyPr/>
        <a:lstStyle/>
        <a:p>
          <a:r>
            <a:rPr lang="en-CA" sz="1800"/>
            <a:t>East + West Oven Data</a:t>
          </a:r>
        </a:p>
      </dgm:t>
    </dgm:pt>
    <dgm:pt modelId="{9BA0C6E7-32C9-4DBC-815B-2D66DE5B0512}" type="parTrans" cxnId="{B353DA3A-A201-4093-A312-8028EFC0DA10}">
      <dgm:prSet/>
      <dgm:spPr/>
      <dgm:t>
        <a:bodyPr/>
        <a:lstStyle/>
        <a:p>
          <a:endParaRPr lang="en-CA"/>
        </a:p>
      </dgm:t>
    </dgm:pt>
    <dgm:pt modelId="{3F82367B-698E-4255-ADA2-38A08ECF4F7E}" type="sibTrans" cxnId="{B353DA3A-A201-4093-A312-8028EFC0DA10}">
      <dgm:prSet/>
      <dgm:spPr/>
      <dgm:t>
        <a:bodyPr/>
        <a:lstStyle/>
        <a:p>
          <a:endParaRPr lang="en-CA"/>
        </a:p>
      </dgm:t>
    </dgm:pt>
    <dgm:pt modelId="{C0D40DC8-2542-46C5-A28A-3C66EC69887D}">
      <dgm:prSet phldrT="[Text]" phldr="0"/>
      <dgm:spPr/>
      <dgm:t>
        <a:bodyPr/>
        <a:lstStyle/>
        <a:p>
          <a:pPr rtl="0"/>
          <a:r>
            <a:rPr lang="en-CA"/>
            <a:t>Expected-Consumption Model</a:t>
          </a:r>
        </a:p>
      </dgm:t>
    </dgm:pt>
    <dgm:pt modelId="{C6AAF7B3-A2A7-4FD0-AAAC-FC1FFC9F8B80}" type="parTrans" cxnId="{1D0BE99C-E873-4C1A-B703-882D343F55FF}">
      <dgm:prSet/>
      <dgm:spPr/>
      <dgm:t>
        <a:bodyPr/>
        <a:lstStyle/>
        <a:p>
          <a:endParaRPr lang="en-CA"/>
        </a:p>
      </dgm:t>
    </dgm:pt>
    <dgm:pt modelId="{A9B70637-FDB9-4551-AA70-A7BD41AFD6AE}" type="sibTrans" cxnId="{1D0BE99C-E873-4C1A-B703-882D343F55FF}">
      <dgm:prSet/>
      <dgm:spPr/>
      <dgm:t>
        <a:bodyPr/>
        <a:lstStyle/>
        <a:p>
          <a:endParaRPr lang="en-CA"/>
        </a:p>
      </dgm:t>
    </dgm:pt>
    <dgm:pt modelId="{AAD6A803-73E9-4197-BC76-4E467934CC98}">
      <dgm:prSet phldrT="[Text]" phldr="0"/>
      <dgm:spPr/>
      <dgm:t>
        <a:bodyPr/>
        <a:lstStyle/>
        <a:p>
          <a:r>
            <a:rPr lang="en-CA"/>
            <a:t>Actual vs. Expected Consumption</a:t>
          </a:r>
        </a:p>
      </dgm:t>
    </dgm:pt>
    <dgm:pt modelId="{CE84BD7D-BEF8-4D22-9BC3-60041AA8BA60}" type="parTrans" cxnId="{6C491433-B71E-4ED8-908C-F239152495FE}">
      <dgm:prSet/>
      <dgm:spPr/>
      <dgm:t>
        <a:bodyPr/>
        <a:lstStyle/>
        <a:p>
          <a:endParaRPr lang="en-CA"/>
        </a:p>
      </dgm:t>
    </dgm:pt>
    <dgm:pt modelId="{C39298E4-38D9-42C9-871D-667D87537D5C}" type="sibTrans" cxnId="{6C491433-B71E-4ED8-908C-F239152495FE}">
      <dgm:prSet/>
      <dgm:spPr/>
      <dgm:t>
        <a:bodyPr/>
        <a:lstStyle/>
        <a:p>
          <a:endParaRPr lang="en-CA"/>
        </a:p>
      </dgm:t>
    </dgm:pt>
    <dgm:pt modelId="{4120D0D5-A9AD-442C-8B9F-51E0170C97A2}">
      <dgm:prSet phldrT="[Text]" phldr="0"/>
      <dgm:spPr/>
      <dgm:t>
        <a:bodyPr/>
        <a:lstStyle/>
        <a:p>
          <a:r>
            <a:rPr lang="en-CA"/>
            <a:t>Potential Inefficiency Detection</a:t>
          </a:r>
        </a:p>
      </dgm:t>
    </dgm:pt>
    <dgm:pt modelId="{EA43A03D-F915-44CB-857C-2204C7D016D6}" type="parTrans" cxnId="{EBF952E4-2DBB-43F5-8F3B-A5C5C163432E}">
      <dgm:prSet/>
      <dgm:spPr/>
      <dgm:t>
        <a:bodyPr/>
        <a:lstStyle/>
        <a:p>
          <a:endParaRPr lang="en-CA"/>
        </a:p>
      </dgm:t>
    </dgm:pt>
    <dgm:pt modelId="{7A4E1D06-3195-4275-9D3C-CCD0EEA42D75}" type="sibTrans" cxnId="{EBF952E4-2DBB-43F5-8F3B-A5C5C163432E}">
      <dgm:prSet/>
      <dgm:spPr/>
      <dgm:t>
        <a:bodyPr/>
        <a:lstStyle/>
        <a:p>
          <a:endParaRPr lang="en-CA"/>
        </a:p>
      </dgm:t>
    </dgm:pt>
    <dgm:pt modelId="{1D51F9FC-2042-4A3F-A761-6535591F0005}">
      <dgm:prSet phldrT="[Text]" phldr="0"/>
      <dgm:spPr/>
      <dgm:t>
        <a:bodyPr/>
        <a:lstStyle/>
        <a:p>
          <a:r>
            <a:rPr lang="en-CA"/>
            <a:t>Engineering Recommendations</a:t>
          </a:r>
        </a:p>
      </dgm:t>
    </dgm:pt>
    <dgm:pt modelId="{DD525880-2C45-40A8-A433-DB8F9F960336}" type="parTrans" cxnId="{FA45E7A1-E6B9-4D1C-B644-59DB3B2F1C3D}">
      <dgm:prSet/>
      <dgm:spPr/>
      <dgm:t>
        <a:bodyPr/>
        <a:lstStyle/>
        <a:p>
          <a:endParaRPr lang="en-CA"/>
        </a:p>
      </dgm:t>
    </dgm:pt>
    <dgm:pt modelId="{93CA98E9-8B8B-4DD1-9D88-0D5FCD80D190}" type="sibTrans" cxnId="{FA45E7A1-E6B9-4D1C-B644-59DB3B2F1C3D}">
      <dgm:prSet/>
      <dgm:spPr/>
      <dgm:t>
        <a:bodyPr/>
        <a:lstStyle/>
        <a:p>
          <a:endParaRPr lang="en-CA"/>
        </a:p>
      </dgm:t>
    </dgm:pt>
    <dgm:pt modelId="{D80EBF89-EE38-43C9-A449-F83B4C91D766}" type="pres">
      <dgm:prSet presAssocID="{423C9116-126E-4D94-836E-22C0E094473F}" presName="CompostProcess" presStyleCnt="0">
        <dgm:presLayoutVars>
          <dgm:dir/>
          <dgm:resizeHandles val="exact"/>
        </dgm:presLayoutVars>
      </dgm:prSet>
      <dgm:spPr/>
    </dgm:pt>
    <dgm:pt modelId="{47F77E91-8131-419D-90FB-9B69C851BDE0}" type="pres">
      <dgm:prSet presAssocID="{423C9116-126E-4D94-836E-22C0E094473F}" presName="arrow" presStyleLbl="bgShp" presStyleIdx="0" presStyleCnt="1"/>
      <dgm:spPr/>
    </dgm:pt>
    <dgm:pt modelId="{CE2B2A81-FBB7-4024-BFDC-B1C9AE02FF0B}" type="pres">
      <dgm:prSet presAssocID="{423C9116-126E-4D94-836E-22C0E094473F}" presName="linearProcess" presStyleCnt="0"/>
      <dgm:spPr/>
    </dgm:pt>
    <dgm:pt modelId="{609E1031-9AA9-46A6-A7B9-4B54AD81F2A1}" type="pres">
      <dgm:prSet presAssocID="{B51F62C9-E707-4828-ADEF-DDFF1A8A7923}" presName="textNode" presStyleLbl="node1" presStyleIdx="0" presStyleCnt="5">
        <dgm:presLayoutVars>
          <dgm:bulletEnabled val="1"/>
        </dgm:presLayoutVars>
      </dgm:prSet>
      <dgm:spPr/>
    </dgm:pt>
    <dgm:pt modelId="{02516E30-E992-4369-8295-C3439E2917A7}" type="pres">
      <dgm:prSet presAssocID="{3F82367B-698E-4255-ADA2-38A08ECF4F7E}" presName="sibTrans" presStyleCnt="0"/>
      <dgm:spPr/>
    </dgm:pt>
    <dgm:pt modelId="{AF12F27B-60A9-49BC-B9CE-6638F2E58B18}" type="pres">
      <dgm:prSet presAssocID="{C0D40DC8-2542-46C5-A28A-3C66EC69887D}" presName="textNode" presStyleLbl="node1" presStyleIdx="1" presStyleCnt="5">
        <dgm:presLayoutVars>
          <dgm:bulletEnabled val="1"/>
        </dgm:presLayoutVars>
      </dgm:prSet>
      <dgm:spPr/>
    </dgm:pt>
    <dgm:pt modelId="{AF7A637F-7052-456B-8C09-927EBCA54FC6}" type="pres">
      <dgm:prSet presAssocID="{A9B70637-FDB9-4551-AA70-A7BD41AFD6AE}" presName="sibTrans" presStyleCnt="0"/>
      <dgm:spPr/>
    </dgm:pt>
    <dgm:pt modelId="{953B7E53-CE4A-4C0E-8B99-31EB84AD9050}" type="pres">
      <dgm:prSet presAssocID="{AAD6A803-73E9-4197-BC76-4E467934CC98}" presName="textNode" presStyleLbl="node1" presStyleIdx="2" presStyleCnt="5">
        <dgm:presLayoutVars>
          <dgm:bulletEnabled val="1"/>
        </dgm:presLayoutVars>
      </dgm:prSet>
      <dgm:spPr/>
    </dgm:pt>
    <dgm:pt modelId="{2998DABB-CD5D-4A3B-9DDE-BA96504550C0}" type="pres">
      <dgm:prSet presAssocID="{C39298E4-38D9-42C9-871D-667D87537D5C}" presName="sibTrans" presStyleCnt="0"/>
      <dgm:spPr/>
    </dgm:pt>
    <dgm:pt modelId="{E0868FB6-D1F2-4FFF-82C9-439D5B287330}" type="pres">
      <dgm:prSet presAssocID="{4120D0D5-A9AD-442C-8B9F-51E0170C97A2}" presName="textNode" presStyleLbl="node1" presStyleIdx="3" presStyleCnt="5">
        <dgm:presLayoutVars>
          <dgm:bulletEnabled val="1"/>
        </dgm:presLayoutVars>
      </dgm:prSet>
      <dgm:spPr/>
    </dgm:pt>
    <dgm:pt modelId="{1CF34D3C-A253-44F4-A5BB-F8A038C38B26}" type="pres">
      <dgm:prSet presAssocID="{7A4E1D06-3195-4275-9D3C-CCD0EEA42D75}" presName="sibTrans" presStyleCnt="0"/>
      <dgm:spPr/>
    </dgm:pt>
    <dgm:pt modelId="{CA78FA54-30F5-4A81-B554-E3FBDF37ADF0}" type="pres">
      <dgm:prSet presAssocID="{1D51F9FC-2042-4A3F-A761-6535591F0005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6C491433-B71E-4ED8-908C-F239152495FE}" srcId="{423C9116-126E-4D94-836E-22C0E094473F}" destId="{AAD6A803-73E9-4197-BC76-4E467934CC98}" srcOrd="2" destOrd="0" parTransId="{CE84BD7D-BEF8-4D22-9BC3-60041AA8BA60}" sibTransId="{C39298E4-38D9-42C9-871D-667D87537D5C}"/>
    <dgm:cxn modelId="{B353DA3A-A201-4093-A312-8028EFC0DA10}" srcId="{423C9116-126E-4D94-836E-22C0E094473F}" destId="{B51F62C9-E707-4828-ADEF-DDFF1A8A7923}" srcOrd="0" destOrd="0" parTransId="{9BA0C6E7-32C9-4DBC-815B-2D66DE5B0512}" sibTransId="{3F82367B-698E-4255-ADA2-38A08ECF4F7E}"/>
    <dgm:cxn modelId="{BA43473B-1152-4F8B-9FF2-3A4A8837987D}" type="presOf" srcId="{1D51F9FC-2042-4A3F-A761-6535591F0005}" destId="{CA78FA54-30F5-4A81-B554-E3FBDF37ADF0}" srcOrd="0" destOrd="0" presId="urn:microsoft.com/office/officeart/2005/8/layout/hProcess9"/>
    <dgm:cxn modelId="{39C57267-5062-4565-B961-47868884494D}" type="presOf" srcId="{C0D40DC8-2542-46C5-A28A-3C66EC69887D}" destId="{AF12F27B-60A9-49BC-B9CE-6638F2E58B18}" srcOrd="0" destOrd="0" presId="urn:microsoft.com/office/officeart/2005/8/layout/hProcess9"/>
    <dgm:cxn modelId="{2C881894-B0F0-47DF-899F-8185F390D962}" type="presOf" srcId="{AAD6A803-73E9-4197-BC76-4E467934CC98}" destId="{953B7E53-CE4A-4C0E-8B99-31EB84AD9050}" srcOrd="0" destOrd="0" presId="urn:microsoft.com/office/officeart/2005/8/layout/hProcess9"/>
    <dgm:cxn modelId="{1D0BE99C-E873-4C1A-B703-882D343F55FF}" srcId="{423C9116-126E-4D94-836E-22C0E094473F}" destId="{C0D40DC8-2542-46C5-A28A-3C66EC69887D}" srcOrd="1" destOrd="0" parTransId="{C6AAF7B3-A2A7-4FD0-AAAC-FC1FFC9F8B80}" sibTransId="{A9B70637-FDB9-4551-AA70-A7BD41AFD6AE}"/>
    <dgm:cxn modelId="{FA45E7A1-E6B9-4D1C-B644-59DB3B2F1C3D}" srcId="{423C9116-126E-4D94-836E-22C0E094473F}" destId="{1D51F9FC-2042-4A3F-A761-6535591F0005}" srcOrd="4" destOrd="0" parTransId="{DD525880-2C45-40A8-A433-DB8F9F960336}" sibTransId="{93CA98E9-8B8B-4DD1-9D88-0D5FCD80D190}"/>
    <dgm:cxn modelId="{490F2DB6-63AA-4287-8CAB-4895251B6A77}" type="presOf" srcId="{4120D0D5-A9AD-442C-8B9F-51E0170C97A2}" destId="{E0868FB6-D1F2-4FFF-82C9-439D5B287330}" srcOrd="0" destOrd="0" presId="urn:microsoft.com/office/officeart/2005/8/layout/hProcess9"/>
    <dgm:cxn modelId="{7F45AEB7-A242-4248-8254-B386855FF1BD}" type="presOf" srcId="{423C9116-126E-4D94-836E-22C0E094473F}" destId="{D80EBF89-EE38-43C9-A449-F83B4C91D766}" srcOrd="0" destOrd="0" presId="urn:microsoft.com/office/officeart/2005/8/layout/hProcess9"/>
    <dgm:cxn modelId="{EBF952E4-2DBB-43F5-8F3B-A5C5C163432E}" srcId="{423C9116-126E-4D94-836E-22C0E094473F}" destId="{4120D0D5-A9AD-442C-8B9F-51E0170C97A2}" srcOrd="3" destOrd="0" parTransId="{EA43A03D-F915-44CB-857C-2204C7D016D6}" sibTransId="{7A4E1D06-3195-4275-9D3C-CCD0EEA42D75}"/>
    <dgm:cxn modelId="{7942C7FD-DB85-4B48-9D6D-B2E9A76506DF}" type="presOf" srcId="{B51F62C9-E707-4828-ADEF-DDFF1A8A7923}" destId="{609E1031-9AA9-46A6-A7B9-4B54AD81F2A1}" srcOrd="0" destOrd="0" presId="urn:microsoft.com/office/officeart/2005/8/layout/hProcess9"/>
    <dgm:cxn modelId="{CB5838B2-689D-4525-864C-93AA35DCBB51}" type="presParOf" srcId="{D80EBF89-EE38-43C9-A449-F83B4C91D766}" destId="{47F77E91-8131-419D-90FB-9B69C851BDE0}" srcOrd="0" destOrd="0" presId="urn:microsoft.com/office/officeart/2005/8/layout/hProcess9"/>
    <dgm:cxn modelId="{37F951A6-A093-48E1-879D-333C89DCB097}" type="presParOf" srcId="{D80EBF89-EE38-43C9-A449-F83B4C91D766}" destId="{CE2B2A81-FBB7-4024-BFDC-B1C9AE02FF0B}" srcOrd="1" destOrd="0" presId="urn:microsoft.com/office/officeart/2005/8/layout/hProcess9"/>
    <dgm:cxn modelId="{9FF38348-6F00-4FF9-9028-5F3767801EA9}" type="presParOf" srcId="{CE2B2A81-FBB7-4024-BFDC-B1C9AE02FF0B}" destId="{609E1031-9AA9-46A6-A7B9-4B54AD81F2A1}" srcOrd="0" destOrd="0" presId="urn:microsoft.com/office/officeart/2005/8/layout/hProcess9"/>
    <dgm:cxn modelId="{978356CF-517A-4F0E-903E-809ABCA0FF00}" type="presParOf" srcId="{CE2B2A81-FBB7-4024-BFDC-B1C9AE02FF0B}" destId="{02516E30-E992-4369-8295-C3439E2917A7}" srcOrd="1" destOrd="0" presId="urn:microsoft.com/office/officeart/2005/8/layout/hProcess9"/>
    <dgm:cxn modelId="{3B3F1AA0-D4B3-469F-B606-A81C94F334C4}" type="presParOf" srcId="{CE2B2A81-FBB7-4024-BFDC-B1C9AE02FF0B}" destId="{AF12F27B-60A9-49BC-B9CE-6638F2E58B18}" srcOrd="2" destOrd="0" presId="urn:microsoft.com/office/officeart/2005/8/layout/hProcess9"/>
    <dgm:cxn modelId="{5C75B818-CC50-424F-B380-FF3D16FA9D21}" type="presParOf" srcId="{CE2B2A81-FBB7-4024-BFDC-B1C9AE02FF0B}" destId="{AF7A637F-7052-456B-8C09-927EBCA54FC6}" srcOrd="3" destOrd="0" presId="urn:microsoft.com/office/officeart/2005/8/layout/hProcess9"/>
    <dgm:cxn modelId="{781013EF-638B-4030-BB05-31D2EAFE02A2}" type="presParOf" srcId="{CE2B2A81-FBB7-4024-BFDC-B1C9AE02FF0B}" destId="{953B7E53-CE4A-4C0E-8B99-31EB84AD9050}" srcOrd="4" destOrd="0" presId="urn:microsoft.com/office/officeart/2005/8/layout/hProcess9"/>
    <dgm:cxn modelId="{E43E69A7-EE25-4A05-AA45-3F3246EC5278}" type="presParOf" srcId="{CE2B2A81-FBB7-4024-BFDC-B1C9AE02FF0B}" destId="{2998DABB-CD5D-4A3B-9DDE-BA96504550C0}" srcOrd="5" destOrd="0" presId="urn:microsoft.com/office/officeart/2005/8/layout/hProcess9"/>
    <dgm:cxn modelId="{8C138F23-9F84-4C03-8045-1D26CE0C958E}" type="presParOf" srcId="{CE2B2A81-FBB7-4024-BFDC-B1C9AE02FF0B}" destId="{E0868FB6-D1F2-4FFF-82C9-439D5B287330}" srcOrd="6" destOrd="0" presId="urn:microsoft.com/office/officeart/2005/8/layout/hProcess9"/>
    <dgm:cxn modelId="{4EDCD9A3-09B1-4DEB-B87A-3B7C2194983D}" type="presParOf" srcId="{CE2B2A81-FBB7-4024-BFDC-B1C9AE02FF0B}" destId="{1CF34D3C-A253-44F4-A5BB-F8A038C38B26}" srcOrd="7" destOrd="0" presId="urn:microsoft.com/office/officeart/2005/8/layout/hProcess9"/>
    <dgm:cxn modelId="{D5A9C686-5BEA-4DB0-92D8-7EAC31EC9A8C}" type="presParOf" srcId="{CE2B2A81-FBB7-4024-BFDC-B1C9AE02FF0B}" destId="{CA78FA54-30F5-4A81-B554-E3FBDF37ADF0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07CE3D-4C56-42FC-A368-4A6FA9C79DAC}" type="doc">
      <dgm:prSet loTypeId="urn:diagrams.loki3.com/BracketList" loCatId="list" qsTypeId="urn:microsoft.com/office/officeart/2005/8/quickstyle/simple1#335" qsCatId="simple" csTypeId="urn:microsoft.com/office/officeart/2005/8/colors/accent0_2#153" csCatId="mainScheme" phldr="1"/>
      <dgm:spPr/>
      <dgm:t>
        <a:bodyPr/>
        <a:lstStyle/>
        <a:p>
          <a:endParaRPr lang="en-CA"/>
        </a:p>
      </dgm:t>
    </dgm:pt>
    <dgm:pt modelId="{86C060ED-E8D6-4EF0-AA93-0D5B740A1FB0}">
      <dgm:prSet phldrT="[Text]" phldr="0"/>
      <dgm:spPr/>
      <dgm:t>
        <a:bodyPr/>
        <a:lstStyle/>
        <a:p>
          <a:r>
            <a:rPr lang="en-CA"/>
            <a:t>ISE</a:t>
          </a:r>
        </a:p>
      </dgm:t>
    </dgm:pt>
    <dgm:pt modelId="{437FAEF2-D61A-4754-B8C8-8F6CA56897F4}" type="parTrans" cxnId="{8E888D26-71FC-4891-ABFF-2489DF682FD5}">
      <dgm:prSet/>
      <dgm:spPr/>
      <dgm:t>
        <a:bodyPr/>
        <a:lstStyle/>
        <a:p>
          <a:endParaRPr lang="en-CA"/>
        </a:p>
      </dgm:t>
    </dgm:pt>
    <dgm:pt modelId="{C4A276CA-2B97-48AD-BC00-4A97F1E0204A}" type="sibTrans" cxnId="{8E888D26-71FC-4891-ABFF-2489DF682FD5}">
      <dgm:prSet/>
      <dgm:spPr/>
      <dgm:t>
        <a:bodyPr/>
        <a:lstStyle/>
        <a:p>
          <a:endParaRPr lang="en-CA"/>
        </a:p>
      </dgm:t>
    </dgm:pt>
    <dgm:pt modelId="{10E3EA14-2C57-4004-B550-46F3CDEDFD79}">
      <dgm:prSet phldrT="[Text]" phldr="0" custT="1"/>
      <dgm:spPr/>
      <dgm:t>
        <a:bodyPr/>
        <a:lstStyle/>
        <a:p>
          <a:r>
            <a:rPr lang="en-CA" sz="1400"/>
            <a:t>Heat transfer, insulation, airflow, openings</a:t>
          </a:r>
        </a:p>
      </dgm:t>
    </dgm:pt>
    <dgm:pt modelId="{EADB33F2-D845-4213-9B32-788BDCED4180}" type="parTrans" cxnId="{8DD48651-3410-4A92-8833-EBDDBB252C39}">
      <dgm:prSet/>
      <dgm:spPr/>
      <dgm:t>
        <a:bodyPr/>
        <a:lstStyle/>
        <a:p>
          <a:endParaRPr lang="en-CA"/>
        </a:p>
      </dgm:t>
    </dgm:pt>
    <dgm:pt modelId="{358EA154-CA1F-4DDA-A4F1-7F5D46156CEA}" type="sibTrans" cxnId="{8DD48651-3410-4A92-8833-EBDDBB252C39}">
      <dgm:prSet/>
      <dgm:spPr/>
      <dgm:t>
        <a:bodyPr/>
        <a:lstStyle/>
        <a:p>
          <a:endParaRPr lang="en-CA"/>
        </a:p>
      </dgm:t>
    </dgm:pt>
    <dgm:pt modelId="{1552172F-0B0D-43C4-83F1-D13DAD82FFE4}">
      <dgm:prSet phldrT="[Text]" phldr="0"/>
      <dgm:spPr/>
      <dgm:t>
        <a:bodyPr/>
        <a:lstStyle/>
        <a:p>
          <a:r>
            <a:rPr lang="en-CA"/>
            <a:t>SSE</a:t>
          </a:r>
        </a:p>
      </dgm:t>
    </dgm:pt>
    <dgm:pt modelId="{BA973541-2884-4B0C-B750-EA97D84472C5}" type="parTrans" cxnId="{3FE041FA-C637-4ABA-9E25-AD9BC2992A0E}">
      <dgm:prSet/>
      <dgm:spPr/>
      <dgm:t>
        <a:bodyPr/>
        <a:lstStyle/>
        <a:p>
          <a:endParaRPr lang="en-CA"/>
        </a:p>
      </dgm:t>
    </dgm:pt>
    <dgm:pt modelId="{9383C994-BC29-4AE7-AEAB-0B249C72DBA7}" type="sibTrans" cxnId="{3FE041FA-C637-4ABA-9E25-AD9BC2992A0E}">
      <dgm:prSet/>
      <dgm:spPr/>
      <dgm:t>
        <a:bodyPr/>
        <a:lstStyle/>
        <a:p>
          <a:endParaRPr lang="en-CA"/>
        </a:p>
      </dgm:t>
    </dgm:pt>
    <dgm:pt modelId="{DEAF5AE1-70B1-4D43-9698-E9D98EE6C8FF}">
      <dgm:prSet phldrT="[Text]" phldr="0" custT="1"/>
      <dgm:spPr/>
      <dgm:t>
        <a:bodyPr/>
        <a:lstStyle/>
        <a:p>
          <a:pPr rtl="0"/>
          <a:r>
            <a:rPr lang="en-CA" sz="1400"/>
            <a:t>Process </a:t>
          </a:r>
          <a:r>
            <a:rPr lang="en-CA" sz="1400">
              <a:latin typeface="Bookman Old Style" panose="020F0302020204030204"/>
            </a:rPr>
            <a:t>collected data</a:t>
          </a:r>
          <a:r>
            <a:rPr lang="en-CA" sz="1400"/>
            <a:t>, expected-consumption model</a:t>
          </a:r>
        </a:p>
      </dgm:t>
    </dgm:pt>
    <dgm:pt modelId="{2056FED3-E122-408D-8191-202386300861}" type="parTrans" cxnId="{3A3DFC0F-E78F-45C8-8EF5-32EE2FEAF73F}">
      <dgm:prSet/>
      <dgm:spPr/>
      <dgm:t>
        <a:bodyPr/>
        <a:lstStyle/>
        <a:p>
          <a:endParaRPr lang="en-CA"/>
        </a:p>
      </dgm:t>
    </dgm:pt>
    <dgm:pt modelId="{95919D7B-845D-493A-B28E-A26FFC59E67B}" type="sibTrans" cxnId="{3A3DFC0F-E78F-45C8-8EF5-32EE2FEAF73F}">
      <dgm:prSet/>
      <dgm:spPr/>
      <dgm:t>
        <a:bodyPr/>
        <a:lstStyle/>
        <a:p>
          <a:endParaRPr lang="en-CA"/>
        </a:p>
      </dgm:t>
    </dgm:pt>
    <dgm:pt modelId="{8D1206C1-09D9-4967-BA2B-B49046874502}">
      <dgm:prSet phldrT="[Text]" phldr="0" custT="1"/>
      <dgm:spPr/>
      <dgm:t>
        <a:bodyPr/>
        <a:lstStyle/>
        <a:p>
          <a:r>
            <a:rPr lang="en-CA" sz="1400"/>
            <a:t>Exhaust, burners, equipment, physical redesign</a:t>
          </a:r>
        </a:p>
      </dgm:t>
    </dgm:pt>
    <dgm:pt modelId="{8A0BD4EC-BB4C-47FD-9581-D0621A5231A8}" type="parTrans" cxnId="{A6BE740D-2C47-45AF-BD31-7B9130E207FD}">
      <dgm:prSet/>
      <dgm:spPr/>
      <dgm:t>
        <a:bodyPr/>
        <a:lstStyle/>
        <a:p>
          <a:endParaRPr lang="en-CA"/>
        </a:p>
      </dgm:t>
    </dgm:pt>
    <dgm:pt modelId="{9FD3CD7C-9658-42A2-B672-82D2C4F95A7F}" type="sibTrans" cxnId="{A6BE740D-2C47-45AF-BD31-7B9130E207FD}">
      <dgm:prSet/>
      <dgm:spPr/>
      <dgm:t>
        <a:bodyPr/>
        <a:lstStyle/>
        <a:p>
          <a:endParaRPr lang="en-CA"/>
        </a:p>
      </dgm:t>
    </dgm:pt>
    <dgm:pt modelId="{22DF8081-81E9-499F-9EEF-6A1DBB33077A}">
      <dgm:prSet phldrT="[Text]" phldr="0" custT="1"/>
      <dgm:spPr/>
      <dgm:t>
        <a:bodyPr/>
        <a:lstStyle/>
        <a:p>
          <a:pPr rtl="0"/>
          <a:r>
            <a:rPr lang="en-CA" sz="1400">
              <a:latin typeface="Bookman Old Style" panose="020F0302020204030204"/>
            </a:rPr>
            <a:t>Abnormal energy-consumption</a:t>
          </a:r>
          <a:r>
            <a:rPr lang="en-CA" sz="1400"/>
            <a:t> detection, recommendations, engineering dashboard</a:t>
          </a:r>
        </a:p>
      </dgm:t>
    </dgm:pt>
    <dgm:pt modelId="{5FD52144-0B68-4275-AE1D-50AC33BE8BF4}" type="parTrans" cxnId="{CAC429A5-20D3-480C-82BD-B57E589ADAA9}">
      <dgm:prSet/>
      <dgm:spPr/>
      <dgm:t>
        <a:bodyPr/>
        <a:lstStyle/>
        <a:p>
          <a:endParaRPr lang="en-CA"/>
        </a:p>
      </dgm:t>
    </dgm:pt>
    <dgm:pt modelId="{7D254E35-997C-4706-9B55-087CF65D48C2}" type="sibTrans" cxnId="{CAC429A5-20D3-480C-82BD-B57E589ADAA9}">
      <dgm:prSet/>
      <dgm:spPr/>
      <dgm:t>
        <a:bodyPr/>
        <a:lstStyle/>
        <a:p>
          <a:endParaRPr lang="en-CA"/>
        </a:p>
      </dgm:t>
    </dgm:pt>
    <dgm:pt modelId="{5E68F440-23CD-4323-A3A2-23787AFE65BD}" type="pres">
      <dgm:prSet presAssocID="{AA07CE3D-4C56-42FC-A368-4A6FA9C79DAC}" presName="Name0" presStyleCnt="0">
        <dgm:presLayoutVars>
          <dgm:dir/>
          <dgm:animLvl val="lvl"/>
          <dgm:resizeHandles val="exact"/>
        </dgm:presLayoutVars>
      </dgm:prSet>
      <dgm:spPr/>
    </dgm:pt>
    <dgm:pt modelId="{24565CD9-784D-4153-AB9B-0CECA9C0C4E0}" type="pres">
      <dgm:prSet presAssocID="{86C060ED-E8D6-4EF0-AA93-0D5B740A1FB0}" presName="linNode" presStyleCnt="0"/>
      <dgm:spPr/>
    </dgm:pt>
    <dgm:pt modelId="{F2B4EEB9-2B9F-49A8-9E59-B3D3C2A272AB}" type="pres">
      <dgm:prSet presAssocID="{86C060ED-E8D6-4EF0-AA93-0D5B740A1FB0}" presName="parTx" presStyleLbl="revTx" presStyleIdx="0" presStyleCnt="2">
        <dgm:presLayoutVars>
          <dgm:chMax val="1"/>
          <dgm:bulletEnabled val="1"/>
        </dgm:presLayoutVars>
      </dgm:prSet>
      <dgm:spPr/>
    </dgm:pt>
    <dgm:pt modelId="{C615C84E-47CB-4E84-BE4C-E91ED83B1663}" type="pres">
      <dgm:prSet presAssocID="{86C060ED-E8D6-4EF0-AA93-0D5B740A1FB0}" presName="bracket" presStyleLbl="parChTrans1D1" presStyleIdx="0" presStyleCnt="2"/>
      <dgm:spPr/>
    </dgm:pt>
    <dgm:pt modelId="{0BBD6B77-1CF9-46A4-94F4-C586B5A08DBC}" type="pres">
      <dgm:prSet presAssocID="{86C060ED-E8D6-4EF0-AA93-0D5B740A1FB0}" presName="spH" presStyleCnt="0"/>
      <dgm:spPr/>
    </dgm:pt>
    <dgm:pt modelId="{FBBEC207-1D68-45E2-AC68-C78D1CE70648}" type="pres">
      <dgm:prSet presAssocID="{86C060ED-E8D6-4EF0-AA93-0D5B740A1FB0}" presName="desTx" presStyleLbl="node1" presStyleIdx="0" presStyleCnt="2" custLinFactNeighborX="28152" custLinFactNeighborY="2431">
        <dgm:presLayoutVars>
          <dgm:bulletEnabled val="1"/>
        </dgm:presLayoutVars>
      </dgm:prSet>
      <dgm:spPr/>
    </dgm:pt>
    <dgm:pt modelId="{FF7F5FA6-2429-4BB4-B61A-D6B33694729E}" type="pres">
      <dgm:prSet presAssocID="{C4A276CA-2B97-48AD-BC00-4A97F1E0204A}" presName="spV" presStyleCnt="0"/>
      <dgm:spPr/>
    </dgm:pt>
    <dgm:pt modelId="{CF4A7808-21F6-4DA7-B57E-06BEB28E2FF9}" type="pres">
      <dgm:prSet presAssocID="{1552172F-0B0D-43C4-83F1-D13DAD82FFE4}" presName="linNode" presStyleCnt="0"/>
      <dgm:spPr/>
    </dgm:pt>
    <dgm:pt modelId="{2561646B-1DA0-40D8-81BF-016446AC0066}" type="pres">
      <dgm:prSet presAssocID="{1552172F-0B0D-43C4-83F1-D13DAD82FFE4}" presName="parTx" presStyleLbl="revTx" presStyleIdx="1" presStyleCnt="2">
        <dgm:presLayoutVars>
          <dgm:chMax val="1"/>
          <dgm:bulletEnabled val="1"/>
        </dgm:presLayoutVars>
      </dgm:prSet>
      <dgm:spPr/>
    </dgm:pt>
    <dgm:pt modelId="{76AE52D9-34BC-4038-ACC6-62AF24680A1E}" type="pres">
      <dgm:prSet presAssocID="{1552172F-0B0D-43C4-83F1-D13DAD82FFE4}" presName="bracket" presStyleLbl="parChTrans1D1" presStyleIdx="1" presStyleCnt="2"/>
      <dgm:spPr/>
    </dgm:pt>
    <dgm:pt modelId="{9FFAC0D8-34DA-4FBF-AC63-8764172750AF}" type="pres">
      <dgm:prSet presAssocID="{1552172F-0B0D-43C4-83F1-D13DAD82FFE4}" presName="spH" presStyleCnt="0"/>
      <dgm:spPr/>
    </dgm:pt>
    <dgm:pt modelId="{12DFF1FC-42D5-4CFF-B4C4-4D9A2372E20A}" type="pres">
      <dgm:prSet presAssocID="{1552172F-0B0D-43C4-83F1-D13DAD82FFE4}" presName="desTx" presStyleLbl="node1" presStyleIdx="1" presStyleCnt="2">
        <dgm:presLayoutVars>
          <dgm:bulletEnabled val="1"/>
        </dgm:presLayoutVars>
      </dgm:prSet>
      <dgm:spPr/>
    </dgm:pt>
  </dgm:ptLst>
  <dgm:cxnLst>
    <dgm:cxn modelId="{A6BE740D-2C47-45AF-BD31-7B9130E207FD}" srcId="{86C060ED-E8D6-4EF0-AA93-0D5B740A1FB0}" destId="{8D1206C1-09D9-4967-BA2B-B49046874502}" srcOrd="1" destOrd="0" parTransId="{8A0BD4EC-BB4C-47FD-9581-D0621A5231A8}" sibTransId="{9FD3CD7C-9658-42A2-B672-82D2C4F95A7F}"/>
    <dgm:cxn modelId="{3A3DFC0F-E78F-45C8-8EF5-32EE2FEAF73F}" srcId="{1552172F-0B0D-43C4-83F1-D13DAD82FFE4}" destId="{DEAF5AE1-70B1-4D43-9698-E9D98EE6C8FF}" srcOrd="0" destOrd="0" parTransId="{2056FED3-E122-408D-8191-202386300861}" sibTransId="{95919D7B-845D-493A-B28E-A26FFC59E67B}"/>
    <dgm:cxn modelId="{3441C420-A002-4CA2-9200-B9D5EEB2B6BC}" type="presOf" srcId="{10E3EA14-2C57-4004-B550-46F3CDEDFD79}" destId="{FBBEC207-1D68-45E2-AC68-C78D1CE70648}" srcOrd="0" destOrd="0" presId="urn:diagrams.loki3.com/BracketList"/>
    <dgm:cxn modelId="{26313A23-7102-4F7D-8BDD-C7D34A18F5ED}" type="presOf" srcId="{DEAF5AE1-70B1-4D43-9698-E9D98EE6C8FF}" destId="{12DFF1FC-42D5-4CFF-B4C4-4D9A2372E20A}" srcOrd="0" destOrd="0" presId="urn:diagrams.loki3.com/BracketList"/>
    <dgm:cxn modelId="{8E888D26-71FC-4891-ABFF-2489DF682FD5}" srcId="{AA07CE3D-4C56-42FC-A368-4A6FA9C79DAC}" destId="{86C060ED-E8D6-4EF0-AA93-0D5B740A1FB0}" srcOrd="0" destOrd="0" parTransId="{437FAEF2-D61A-4754-B8C8-8F6CA56897F4}" sibTransId="{C4A276CA-2B97-48AD-BC00-4A97F1E0204A}"/>
    <dgm:cxn modelId="{F6CED544-D952-4034-85D7-3015AF0DDEF1}" type="presOf" srcId="{1552172F-0B0D-43C4-83F1-D13DAD82FFE4}" destId="{2561646B-1DA0-40D8-81BF-016446AC0066}" srcOrd="0" destOrd="0" presId="urn:diagrams.loki3.com/BracketList"/>
    <dgm:cxn modelId="{3E8D304B-499F-4847-86F2-5DB39CF33070}" type="presOf" srcId="{8D1206C1-09D9-4967-BA2B-B49046874502}" destId="{FBBEC207-1D68-45E2-AC68-C78D1CE70648}" srcOrd="0" destOrd="1" presId="urn:diagrams.loki3.com/BracketList"/>
    <dgm:cxn modelId="{E20A784E-E8CC-4D6F-9BA8-05368FBC4264}" type="presOf" srcId="{86C060ED-E8D6-4EF0-AA93-0D5B740A1FB0}" destId="{F2B4EEB9-2B9F-49A8-9E59-B3D3C2A272AB}" srcOrd="0" destOrd="0" presId="urn:diagrams.loki3.com/BracketList"/>
    <dgm:cxn modelId="{8DD48651-3410-4A92-8833-EBDDBB252C39}" srcId="{86C060ED-E8D6-4EF0-AA93-0D5B740A1FB0}" destId="{10E3EA14-2C57-4004-B550-46F3CDEDFD79}" srcOrd="0" destOrd="0" parTransId="{EADB33F2-D845-4213-9B32-788BDCED4180}" sibTransId="{358EA154-CA1F-4DDA-A4F1-7F5D46156CEA}"/>
    <dgm:cxn modelId="{2086B274-46A8-47D9-AEDB-96F63147E84F}" type="presOf" srcId="{AA07CE3D-4C56-42FC-A368-4A6FA9C79DAC}" destId="{5E68F440-23CD-4323-A3A2-23787AFE65BD}" srcOrd="0" destOrd="0" presId="urn:diagrams.loki3.com/BracketList"/>
    <dgm:cxn modelId="{CAC429A5-20D3-480C-82BD-B57E589ADAA9}" srcId="{1552172F-0B0D-43C4-83F1-D13DAD82FFE4}" destId="{22DF8081-81E9-499F-9EEF-6A1DBB33077A}" srcOrd="1" destOrd="0" parTransId="{5FD52144-0B68-4275-AE1D-50AC33BE8BF4}" sibTransId="{7D254E35-997C-4706-9B55-087CF65D48C2}"/>
    <dgm:cxn modelId="{AFF03AEE-18D0-402D-89BB-ACFE88AD4558}" type="presOf" srcId="{22DF8081-81E9-499F-9EEF-6A1DBB33077A}" destId="{12DFF1FC-42D5-4CFF-B4C4-4D9A2372E20A}" srcOrd="0" destOrd="1" presId="urn:diagrams.loki3.com/BracketList"/>
    <dgm:cxn modelId="{3FE041FA-C637-4ABA-9E25-AD9BC2992A0E}" srcId="{AA07CE3D-4C56-42FC-A368-4A6FA9C79DAC}" destId="{1552172F-0B0D-43C4-83F1-D13DAD82FFE4}" srcOrd="1" destOrd="0" parTransId="{BA973541-2884-4B0C-B750-EA97D84472C5}" sibTransId="{9383C994-BC29-4AE7-AEAB-0B249C72DBA7}"/>
    <dgm:cxn modelId="{1B2FAB93-D621-4AE5-AFAA-963A332108B4}" type="presParOf" srcId="{5E68F440-23CD-4323-A3A2-23787AFE65BD}" destId="{24565CD9-784D-4153-AB9B-0CECA9C0C4E0}" srcOrd="0" destOrd="0" presId="urn:diagrams.loki3.com/BracketList"/>
    <dgm:cxn modelId="{9304AD52-4203-4952-87C8-72F2C8765FE0}" type="presParOf" srcId="{24565CD9-784D-4153-AB9B-0CECA9C0C4E0}" destId="{F2B4EEB9-2B9F-49A8-9E59-B3D3C2A272AB}" srcOrd="0" destOrd="0" presId="urn:diagrams.loki3.com/BracketList"/>
    <dgm:cxn modelId="{D0AA1860-85C5-45B1-8928-F0E24E80E9DA}" type="presParOf" srcId="{24565CD9-784D-4153-AB9B-0CECA9C0C4E0}" destId="{C615C84E-47CB-4E84-BE4C-E91ED83B1663}" srcOrd="1" destOrd="0" presId="urn:diagrams.loki3.com/BracketList"/>
    <dgm:cxn modelId="{0937B64B-E494-4D33-B123-A528BF507051}" type="presParOf" srcId="{24565CD9-784D-4153-AB9B-0CECA9C0C4E0}" destId="{0BBD6B77-1CF9-46A4-94F4-C586B5A08DBC}" srcOrd="2" destOrd="0" presId="urn:diagrams.loki3.com/BracketList"/>
    <dgm:cxn modelId="{FBC2C0B9-554E-4B6A-B64A-B9D6E9AC6494}" type="presParOf" srcId="{24565CD9-784D-4153-AB9B-0CECA9C0C4E0}" destId="{FBBEC207-1D68-45E2-AC68-C78D1CE70648}" srcOrd="3" destOrd="0" presId="urn:diagrams.loki3.com/BracketList"/>
    <dgm:cxn modelId="{772F80F9-52BE-4659-B2D8-CF8537F4DE9D}" type="presParOf" srcId="{5E68F440-23CD-4323-A3A2-23787AFE65BD}" destId="{FF7F5FA6-2429-4BB4-B61A-D6B33694729E}" srcOrd="1" destOrd="0" presId="urn:diagrams.loki3.com/BracketList"/>
    <dgm:cxn modelId="{EFFCDD09-B472-49AA-A1F3-DF14881C6F00}" type="presParOf" srcId="{5E68F440-23CD-4323-A3A2-23787AFE65BD}" destId="{CF4A7808-21F6-4DA7-B57E-06BEB28E2FF9}" srcOrd="2" destOrd="0" presId="urn:diagrams.loki3.com/BracketList"/>
    <dgm:cxn modelId="{B219C1CA-89F4-4819-B247-6C0DEB7AC7BA}" type="presParOf" srcId="{CF4A7808-21F6-4DA7-B57E-06BEB28E2FF9}" destId="{2561646B-1DA0-40D8-81BF-016446AC0066}" srcOrd="0" destOrd="0" presId="urn:diagrams.loki3.com/BracketList"/>
    <dgm:cxn modelId="{A787CDC5-F5EE-4455-B2BE-BD43281BE115}" type="presParOf" srcId="{CF4A7808-21F6-4DA7-B57E-06BEB28E2FF9}" destId="{76AE52D9-34BC-4038-ACC6-62AF24680A1E}" srcOrd="1" destOrd="0" presId="urn:diagrams.loki3.com/BracketList"/>
    <dgm:cxn modelId="{BE6B6508-6D1A-48ED-A31B-E76DA9D7DE26}" type="presParOf" srcId="{CF4A7808-21F6-4DA7-B57E-06BEB28E2FF9}" destId="{9FFAC0D8-34DA-4FBF-AC63-8764172750AF}" srcOrd="2" destOrd="0" presId="urn:diagrams.loki3.com/BracketList"/>
    <dgm:cxn modelId="{FA979C4E-CA60-40A7-BDA3-DA4C84D77BE9}" type="presParOf" srcId="{CF4A7808-21F6-4DA7-B57E-06BEB28E2FF9}" destId="{12DFF1FC-42D5-4CFF-B4C4-4D9A2372E20A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15CFE4-F06D-40C6-A827-C45F22F94FBF}" type="doc">
      <dgm:prSet loTypeId="urn:microsoft.com/office/officeart/2005/8/layout/process1" loCatId="process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381EF5C-BA1B-4C33-B0D5-9F86E5E4CA2F}">
      <dgm:prSet phldrT="[Text]" phldr="0" custT="1"/>
      <dgm:spPr/>
      <dgm:t>
        <a:bodyPr/>
        <a:lstStyle/>
        <a:p>
          <a:r>
            <a:rPr lang="en-US" sz="3600" i="1" u="sng">
              <a:latin typeface="Calibri"/>
              <a:ea typeface="Calibri"/>
              <a:cs typeface="Calibri"/>
            </a:rPr>
            <a:t>Input</a:t>
          </a:r>
        </a:p>
      </dgm:t>
    </dgm:pt>
    <dgm:pt modelId="{AE17CD90-B6C8-4E2C-979C-1C0F9B5B6F50}" type="parTrans" cxnId="{200C20ED-7DBA-49BD-8B85-DDF3951654F5}">
      <dgm:prSet/>
      <dgm:spPr/>
      <dgm:t>
        <a:bodyPr/>
        <a:lstStyle/>
        <a:p>
          <a:endParaRPr lang="en-US"/>
        </a:p>
      </dgm:t>
    </dgm:pt>
    <dgm:pt modelId="{37573A34-169E-480C-B5F5-880E950C1F02}" type="sibTrans" cxnId="{200C20ED-7DBA-49BD-8B85-DDF3951654F5}">
      <dgm:prSet/>
      <dgm:spPr/>
      <dgm:t>
        <a:bodyPr/>
        <a:lstStyle/>
        <a:p>
          <a:endParaRPr lang="en-US"/>
        </a:p>
      </dgm:t>
    </dgm:pt>
    <dgm:pt modelId="{CBB19121-5811-47A8-A762-C8EF1399179E}">
      <dgm:prSet phldrT="[Text]" phldr="0" custT="1"/>
      <dgm:spPr/>
      <dgm:t>
        <a:bodyPr/>
        <a:lstStyle/>
        <a:p>
          <a:pPr rtl="0"/>
          <a:r>
            <a:rPr lang="en-US" sz="2000" b="1">
              <a:latin typeface="Calibri"/>
              <a:ea typeface="Calibri"/>
              <a:cs typeface="Calibri"/>
            </a:rPr>
            <a:t>Oven data:</a:t>
          </a:r>
          <a:r>
            <a:rPr lang="en-US" sz="2000">
              <a:latin typeface="Calibri"/>
              <a:ea typeface="Calibri"/>
              <a:cs typeface="Calibri"/>
            </a:rPr>
            <a:t> </a:t>
          </a:r>
        </a:p>
      </dgm:t>
    </dgm:pt>
    <dgm:pt modelId="{2A29ED33-B854-48A5-8C97-4F7451E6E852}" type="parTrans" cxnId="{A054739C-9EA0-454B-9105-24DB7990A774}">
      <dgm:prSet/>
      <dgm:spPr/>
      <dgm:t>
        <a:bodyPr/>
        <a:lstStyle/>
        <a:p>
          <a:endParaRPr lang="en-US"/>
        </a:p>
      </dgm:t>
    </dgm:pt>
    <dgm:pt modelId="{71FC90D9-A733-4D5D-B9C0-2E11233A1D51}" type="sibTrans" cxnId="{A054739C-9EA0-454B-9105-24DB7990A774}">
      <dgm:prSet/>
      <dgm:spPr/>
      <dgm:t>
        <a:bodyPr/>
        <a:lstStyle/>
        <a:p>
          <a:endParaRPr lang="en-US"/>
        </a:p>
      </dgm:t>
    </dgm:pt>
    <dgm:pt modelId="{47A68488-50A4-4202-AE69-B99A5978F1CD}">
      <dgm:prSet phldrT="[Text]" phldr="0"/>
      <dgm:spPr/>
      <dgm:t>
        <a:bodyPr/>
        <a:lstStyle/>
        <a:p>
          <a:r>
            <a:rPr lang="en-US" i="1" u="sng">
              <a:latin typeface="Calibri"/>
              <a:ea typeface="Calibri"/>
              <a:cs typeface="Calibri"/>
            </a:rPr>
            <a:t>Analysis</a:t>
          </a:r>
        </a:p>
      </dgm:t>
    </dgm:pt>
    <dgm:pt modelId="{850C10C7-97E7-4BD3-BF59-23B30CD07483}" type="parTrans" cxnId="{B84DD1A3-EB73-4281-9FBA-340252514423}">
      <dgm:prSet/>
      <dgm:spPr/>
      <dgm:t>
        <a:bodyPr/>
        <a:lstStyle/>
        <a:p>
          <a:endParaRPr lang="en-US"/>
        </a:p>
      </dgm:t>
    </dgm:pt>
    <dgm:pt modelId="{301550FD-E6EC-4218-8F13-ED20E25C4E9B}" type="sibTrans" cxnId="{B84DD1A3-EB73-4281-9FBA-340252514423}">
      <dgm:prSet/>
      <dgm:spPr/>
      <dgm:t>
        <a:bodyPr/>
        <a:lstStyle/>
        <a:p>
          <a:endParaRPr lang="en-US"/>
        </a:p>
      </dgm:t>
    </dgm:pt>
    <dgm:pt modelId="{63516D4A-0833-4AAA-B1E3-C969D4B199A8}">
      <dgm:prSet phldrT="[Text]" phldr="0" custT="1"/>
      <dgm:spPr/>
      <dgm:t>
        <a:bodyPr/>
        <a:lstStyle/>
        <a:p>
          <a:pPr rtl="0"/>
          <a:r>
            <a:rPr lang="en-US" sz="2000" b="1">
              <a:latin typeface="Calibri"/>
              <a:ea typeface="Calibri"/>
              <a:cs typeface="Calibri"/>
            </a:rPr>
            <a:t>Predict</a:t>
          </a:r>
          <a:r>
            <a:rPr lang="en-US" sz="2000">
              <a:latin typeface="Calibri"/>
              <a:ea typeface="Calibri"/>
              <a:cs typeface="Calibri"/>
            </a:rPr>
            <a:t> expected energy use</a:t>
          </a:r>
        </a:p>
      </dgm:t>
    </dgm:pt>
    <dgm:pt modelId="{0B2C5992-5982-4341-B13B-F9B72F09F92A}" type="parTrans" cxnId="{85F01B8D-B0CF-48CA-9587-78DA3FFB3FEE}">
      <dgm:prSet/>
      <dgm:spPr/>
      <dgm:t>
        <a:bodyPr/>
        <a:lstStyle/>
        <a:p>
          <a:endParaRPr lang="en-US"/>
        </a:p>
      </dgm:t>
    </dgm:pt>
    <dgm:pt modelId="{4C38D370-A1D4-4A27-B17E-1DC6EAFEB8AF}" type="sibTrans" cxnId="{85F01B8D-B0CF-48CA-9587-78DA3FFB3FEE}">
      <dgm:prSet/>
      <dgm:spPr/>
      <dgm:t>
        <a:bodyPr/>
        <a:lstStyle/>
        <a:p>
          <a:endParaRPr lang="en-US"/>
        </a:p>
      </dgm:t>
    </dgm:pt>
    <dgm:pt modelId="{323C408F-E4E5-43E5-85D1-74D95ECF274B}">
      <dgm:prSet phldrT="[Text]" phldr="0"/>
      <dgm:spPr/>
      <dgm:t>
        <a:bodyPr/>
        <a:lstStyle/>
        <a:p>
          <a:r>
            <a:rPr lang="en-US" i="1" u="sng">
              <a:latin typeface="Calibri"/>
              <a:ea typeface="Calibri"/>
              <a:cs typeface="Calibri"/>
            </a:rPr>
            <a:t>Output</a:t>
          </a:r>
        </a:p>
      </dgm:t>
    </dgm:pt>
    <dgm:pt modelId="{BCF06163-2ADD-40B5-86A1-63C89C045A1E}" type="parTrans" cxnId="{FD438911-C0A3-4A5F-BF74-71092D843A38}">
      <dgm:prSet/>
      <dgm:spPr/>
      <dgm:t>
        <a:bodyPr/>
        <a:lstStyle/>
        <a:p>
          <a:endParaRPr lang="en-US"/>
        </a:p>
      </dgm:t>
    </dgm:pt>
    <dgm:pt modelId="{76394A76-BE81-4EAC-97A8-C6E6BCC9B940}" type="sibTrans" cxnId="{FD438911-C0A3-4A5F-BF74-71092D843A38}">
      <dgm:prSet/>
      <dgm:spPr/>
      <dgm:t>
        <a:bodyPr/>
        <a:lstStyle/>
        <a:p>
          <a:endParaRPr lang="en-US"/>
        </a:p>
      </dgm:t>
    </dgm:pt>
    <dgm:pt modelId="{908DE3EE-8951-41BD-9436-1D7DF22B9ECA}">
      <dgm:prSet phldrT="[Text]" phldr="0"/>
      <dgm:spPr/>
      <dgm:t>
        <a:bodyPr/>
        <a:lstStyle/>
        <a:p>
          <a:pPr rtl="0"/>
          <a:r>
            <a:rPr lang="en-US" sz="2000" b="1">
              <a:latin typeface="Calibri"/>
              <a:ea typeface="Calibri"/>
              <a:cs typeface="Calibri"/>
            </a:rPr>
            <a:t>Detect</a:t>
          </a:r>
          <a:r>
            <a:rPr lang="en-US" sz="2000">
              <a:latin typeface="Calibri"/>
              <a:ea typeface="Calibri"/>
              <a:cs typeface="Calibri"/>
            </a:rPr>
            <a:t> inefficient operation </a:t>
          </a:r>
        </a:p>
      </dgm:t>
    </dgm:pt>
    <dgm:pt modelId="{5DADA3BC-1779-4A5B-B950-870A342E1F16}" type="parTrans" cxnId="{1D00BFD2-FC9B-4231-96CE-0CEE1A5F1809}">
      <dgm:prSet/>
      <dgm:spPr/>
    </dgm:pt>
    <dgm:pt modelId="{21900A34-DC7F-466F-A602-557052FFD0B3}" type="sibTrans" cxnId="{1D00BFD2-FC9B-4231-96CE-0CEE1A5F1809}">
      <dgm:prSet/>
      <dgm:spPr/>
    </dgm:pt>
    <dgm:pt modelId="{DA8570C3-4E4E-40AC-B7D6-4E5A7C0EE43F}">
      <dgm:prSet phldrT="[Text]" phldr="0"/>
      <dgm:spPr/>
      <dgm:t>
        <a:bodyPr/>
        <a:lstStyle/>
        <a:p>
          <a:r>
            <a:rPr lang="en-US" sz="2000" b="1">
              <a:latin typeface="Calibri"/>
              <a:ea typeface="Calibri"/>
              <a:cs typeface="Calibri"/>
            </a:rPr>
            <a:t>Identify</a:t>
          </a:r>
          <a:r>
            <a:rPr lang="en-US" sz="2000">
              <a:latin typeface="Calibri"/>
              <a:ea typeface="Calibri"/>
              <a:cs typeface="Calibri"/>
            </a:rPr>
            <a:t> better operating conditions.</a:t>
          </a:r>
        </a:p>
      </dgm:t>
    </dgm:pt>
    <dgm:pt modelId="{2553B634-FA30-4F8B-858B-BB97E6BB6555}" type="parTrans" cxnId="{77D59C4B-A0E8-4DBF-A31C-B948DF39F323}">
      <dgm:prSet/>
      <dgm:spPr/>
    </dgm:pt>
    <dgm:pt modelId="{F4AEA9F3-FF78-4538-A0A5-CBC0B947853D}" type="sibTrans" cxnId="{77D59C4B-A0E8-4DBF-A31C-B948DF39F323}">
      <dgm:prSet/>
      <dgm:spPr/>
    </dgm:pt>
    <dgm:pt modelId="{61105CA8-442C-478D-8E66-E350564B07A2}">
      <dgm:prSet phldrT="[Text]" phldr="0" custT="1"/>
      <dgm:spPr/>
      <dgm:t>
        <a:bodyPr/>
        <a:lstStyle/>
        <a:p>
          <a:pPr algn="l" rtl="0"/>
          <a:r>
            <a:rPr lang="en-US" sz="1800">
              <a:latin typeface="Calibri"/>
              <a:ea typeface="Calibri"/>
              <a:cs typeface="Calibri"/>
            </a:rPr>
            <a:t>Energy performance summary</a:t>
          </a:r>
        </a:p>
      </dgm:t>
    </dgm:pt>
    <dgm:pt modelId="{B86A3AE6-FC94-4403-8443-77FE69A77E71}" type="parTrans" cxnId="{6E0A02FD-5223-48B1-A4B6-0AF406F6805C}">
      <dgm:prSet/>
      <dgm:spPr/>
    </dgm:pt>
    <dgm:pt modelId="{23DB3015-74F8-4D6C-89A9-4EE3E35A8943}" type="sibTrans" cxnId="{6E0A02FD-5223-48B1-A4B6-0AF406F6805C}">
      <dgm:prSet/>
      <dgm:spPr/>
    </dgm:pt>
    <dgm:pt modelId="{0821D801-CAE5-4B4E-B6CD-48E6C6956EB8}">
      <dgm:prSet phldrT="[Text]" phldr="0"/>
      <dgm:spPr/>
      <dgm:t>
        <a:bodyPr/>
        <a:lstStyle/>
        <a:p>
          <a:pPr algn="l" rtl="0"/>
          <a:r>
            <a:rPr lang="en-US" sz="1800">
              <a:latin typeface="Calibri"/>
              <a:ea typeface="Calibri"/>
              <a:cs typeface="Calibri"/>
            </a:rPr>
            <a:t>Trends and alerts</a:t>
          </a:r>
        </a:p>
      </dgm:t>
    </dgm:pt>
    <dgm:pt modelId="{96A7B375-8D95-4747-990B-2C97A488CED3}" type="parTrans" cxnId="{BC869228-F00E-4C65-AA51-21817C17AE1A}">
      <dgm:prSet/>
      <dgm:spPr/>
    </dgm:pt>
    <dgm:pt modelId="{EB9D4769-F4E2-42C6-A410-5BEEEC5F7538}" type="sibTrans" cxnId="{BC869228-F00E-4C65-AA51-21817C17AE1A}">
      <dgm:prSet/>
      <dgm:spPr/>
    </dgm:pt>
    <dgm:pt modelId="{96C5F78D-295C-4800-AFC6-A401B2F5D364}">
      <dgm:prSet phldrT="[Text]" phldr="0"/>
      <dgm:spPr/>
      <dgm:t>
        <a:bodyPr/>
        <a:lstStyle/>
        <a:p>
          <a:pPr algn="l" rtl="0"/>
          <a:r>
            <a:rPr lang="en-US" sz="1800">
              <a:latin typeface="Calibri"/>
              <a:ea typeface="Calibri"/>
              <a:cs typeface="Calibri"/>
            </a:rPr>
            <a:t>Flagged abnormal periods</a:t>
          </a:r>
        </a:p>
      </dgm:t>
    </dgm:pt>
    <dgm:pt modelId="{4081553C-6A0B-48CE-92C0-327CF69B069D}" type="parTrans" cxnId="{6E1896AC-081B-4F14-8D78-C43FB093FB38}">
      <dgm:prSet/>
      <dgm:spPr/>
    </dgm:pt>
    <dgm:pt modelId="{0E89677C-8207-48F9-A672-284552465C1F}" type="sibTrans" cxnId="{6E1896AC-081B-4F14-8D78-C43FB093FB38}">
      <dgm:prSet/>
      <dgm:spPr/>
    </dgm:pt>
    <dgm:pt modelId="{E244D8C2-C1E4-40C9-8252-3A1098A6B247}">
      <dgm:prSet phldrT="[Text]" phldr="0"/>
      <dgm:spPr/>
      <dgm:t>
        <a:bodyPr/>
        <a:lstStyle/>
        <a:p>
          <a:pPr rtl="0"/>
          <a:r>
            <a:rPr lang="en-US" sz="2000">
              <a:latin typeface="Calibri"/>
              <a:ea typeface="Calibri"/>
              <a:cs typeface="Calibri"/>
            </a:rPr>
            <a:t>Temperature</a:t>
          </a:r>
        </a:p>
      </dgm:t>
    </dgm:pt>
    <dgm:pt modelId="{836EFBBA-EED2-4A26-B8ED-64E1673D2C88}" type="parTrans" cxnId="{EE9A4822-37E3-44DB-B90E-831062963B61}">
      <dgm:prSet/>
      <dgm:spPr/>
    </dgm:pt>
    <dgm:pt modelId="{B7224999-BBFD-410F-9AFF-01DF29BEE9F5}" type="sibTrans" cxnId="{EE9A4822-37E3-44DB-B90E-831062963B61}">
      <dgm:prSet/>
      <dgm:spPr/>
      <dgm:t>
        <a:bodyPr/>
        <a:lstStyle/>
        <a:p>
          <a:endParaRPr lang="en-US"/>
        </a:p>
      </dgm:t>
    </dgm:pt>
    <dgm:pt modelId="{D52936D7-CD6F-4425-9A42-BF589929CCE9}">
      <dgm:prSet phldrT="[Text]" phldr="0"/>
      <dgm:spPr/>
      <dgm:t>
        <a:bodyPr/>
        <a:lstStyle/>
        <a:p>
          <a:pPr rtl="0"/>
          <a:r>
            <a:rPr lang="en-US" sz="2000">
              <a:latin typeface="Calibri"/>
              <a:ea typeface="Calibri"/>
              <a:cs typeface="Calibri"/>
            </a:rPr>
            <a:t>gas use</a:t>
          </a:r>
        </a:p>
      </dgm:t>
    </dgm:pt>
    <dgm:pt modelId="{4D6F42A5-CE3C-4C0C-98A4-6EFE002FCBE3}" type="parTrans" cxnId="{A729FF80-D9C2-4DA1-B44A-1FC3A2D44731}">
      <dgm:prSet/>
      <dgm:spPr/>
    </dgm:pt>
    <dgm:pt modelId="{62D474F9-ECC5-4519-A8B5-3EF473B4942B}" type="sibTrans" cxnId="{A729FF80-D9C2-4DA1-B44A-1FC3A2D44731}">
      <dgm:prSet/>
      <dgm:spPr/>
      <dgm:t>
        <a:bodyPr/>
        <a:lstStyle/>
        <a:p>
          <a:endParaRPr lang="en-US"/>
        </a:p>
      </dgm:t>
    </dgm:pt>
    <dgm:pt modelId="{BB29A6CD-185D-4B25-8019-387DF8A7D038}">
      <dgm:prSet phldrT="[Text]" phldr="0"/>
      <dgm:spPr/>
      <dgm:t>
        <a:bodyPr/>
        <a:lstStyle/>
        <a:p>
          <a:pPr rtl="0"/>
          <a:r>
            <a:rPr lang="en-US" sz="2000">
              <a:latin typeface="Calibri"/>
              <a:ea typeface="Calibri"/>
              <a:cs typeface="Calibri"/>
            </a:rPr>
            <a:t>conveyor speed</a:t>
          </a:r>
        </a:p>
      </dgm:t>
    </dgm:pt>
    <dgm:pt modelId="{9E6EB1E4-6C10-47E5-BBA6-6A522AA28FD6}" type="parTrans" cxnId="{A96363B7-DB30-4B95-A81C-CDBD67BCD7F2}">
      <dgm:prSet/>
      <dgm:spPr/>
    </dgm:pt>
    <dgm:pt modelId="{96B11AC2-C71C-4E87-A399-63850F356C51}" type="sibTrans" cxnId="{A96363B7-DB30-4B95-A81C-CDBD67BCD7F2}">
      <dgm:prSet/>
      <dgm:spPr/>
      <dgm:t>
        <a:bodyPr/>
        <a:lstStyle/>
        <a:p>
          <a:endParaRPr lang="en-US"/>
        </a:p>
      </dgm:t>
    </dgm:pt>
    <dgm:pt modelId="{2FAE5756-AA42-49B0-9F5B-C479F4C3D0FB}">
      <dgm:prSet phldrT="[Text]" phldr="0"/>
      <dgm:spPr/>
      <dgm:t>
        <a:bodyPr/>
        <a:lstStyle/>
        <a:p>
          <a:r>
            <a:rPr lang="en-US" sz="2000">
              <a:latin typeface="Calibri"/>
              <a:ea typeface="Calibri"/>
              <a:cs typeface="Calibri"/>
            </a:rPr>
            <a:t>burner operation etc</a:t>
          </a:r>
        </a:p>
      </dgm:t>
    </dgm:pt>
    <dgm:pt modelId="{BAD90E68-1017-46B3-B900-B7AAA0525ACB}" type="parTrans" cxnId="{08E809EA-E303-48DB-825B-9D38D74948B6}">
      <dgm:prSet/>
      <dgm:spPr/>
    </dgm:pt>
    <dgm:pt modelId="{42996DA5-3EF3-4E97-A921-DD5A1CE3B73E}" type="sibTrans" cxnId="{08E809EA-E303-48DB-825B-9D38D74948B6}">
      <dgm:prSet/>
      <dgm:spPr/>
      <dgm:t>
        <a:bodyPr/>
        <a:lstStyle/>
        <a:p>
          <a:endParaRPr lang="en-US"/>
        </a:p>
      </dgm:t>
    </dgm:pt>
    <dgm:pt modelId="{E8900019-9680-4C26-8961-940E17CB023A}">
      <dgm:prSet phldrT="[Text]" phldr="0"/>
      <dgm:spPr/>
      <dgm:t>
        <a:bodyPr/>
        <a:lstStyle/>
        <a:p>
          <a:r>
            <a:rPr lang="en-US" sz="1800"/>
            <a:t>Recommend candidate operating conditions</a:t>
          </a:r>
          <a:endParaRPr lang="en-US"/>
        </a:p>
      </dgm:t>
    </dgm:pt>
    <dgm:pt modelId="{2A7F7570-C542-4F3E-87A4-A5833AA31FA9}" type="parTrans" cxnId="{48D5D471-0210-4262-A4D7-0CA1B462020A}">
      <dgm:prSet/>
      <dgm:spPr/>
    </dgm:pt>
    <dgm:pt modelId="{BFFDCAA7-33AA-4F8E-9091-EC5AD2017FD9}" type="sibTrans" cxnId="{48D5D471-0210-4262-A4D7-0CA1B462020A}">
      <dgm:prSet/>
      <dgm:spPr/>
    </dgm:pt>
    <dgm:pt modelId="{7916C46C-70F6-4F2A-A3DE-181C7F8BF17A}" type="pres">
      <dgm:prSet presAssocID="{EF15CFE4-F06D-40C6-A827-C45F22F94FBF}" presName="Name0" presStyleCnt="0">
        <dgm:presLayoutVars>
          <dgm:dir/>
          <dgm:resizeHandles val="exact"/>
        </dgm:presLayoutVars>
      </dgm:prSet>
      <dgm:spPr/>
    </dgm:pt>
    <dgm:pt modelId="{286019BE-51D2-41AE-94A4-7136400E1400}" type="pres">
      <dgm:prSet presAssocID="{2381EF5C-BA1B-4C33-B0D5-9F86E5E4CA2F}" presName="node" presStyleLbl="node1" presStyleIdx="0" presStyleCnt="3">
        <dgm:presLayoutVars>
          <dgm:bulletEnabled val="1"/>
        </dgm:presLayoutVars>
      </dgm:prSet>
      <dgm:spPr/>
    </dgm:pt>
    <dgm:pt modelId="{2E9EA504-A68F-4046-9F06-CADDD9C021F3}" type="pres">
      <dgm:prSet presAssocID="{37573A34-169E-480C-B5F5-880E950C1F02}" presName="sibTrans" presStyleLbl="sibTrans2D1" presStyleIdx="0" presStyleCnt="2"/>
      <dgm:spPr/>
    </dgm:pt>
    <dgm:pt modelId="{ED31021F-9A5D-44DE-8A22-6F62D45ED505}" type="pres">
      <dgm:prSet presAssocID="{37573A34-169E-480C-B5F5-880E950C1F02}" presName="connectorText" presStyleLbl="sibTrans2D1" presStyleIdx="0" presStyleCnt="2"/>
      <dgm:spPr/>
    </dgm:pt>
    <dgm:pt modelId="{27EB29F4-5356-42A3-9FFD-C19DFF4DEAE6}" type="pres">
      <dgm:prSet presAssocID="{47A68488-50A4-4202-AE69-B99A5978F1CD}" presName="node" presStyleLbl="node1" presStyleIdx="1" presStyleCnt="3">
        <dgm:presLayoutVars>
          <dgm:bulletEnabled val="1"/>
        </dgm:presLayoutVars>
      </dgm:prSet>
      <dgm:spPr/>
    </dgm:pt>
    <dgm:pt modelId="{084937D1-7CEA-49C4-B313-7CFADB03C3DF}" type="pres">
      <dgm:prSet presAssocID="{301550FD-E6EC-4218-8F13-ED20E25C4E9B}" presName="sibTrans" presStyleLbl="sibTrans2D1" presStyleIdx="1" presStyleCnt="2"/>
      <dgm:spPr/>
    </dgm:pt>
    <dgm:pt modelId="{46617ACE-54E8-4230-8A35-83394BD8C47C}" type="pres">
      <dgm:prSet presAssocID="{301550FD-E6EC-4218-8F13-ED20E25C4E9B}" presName="connectorText" presStyleLbl="sibTrans2D1" presStyleIdx="1" presStyleCnt="2"/>
      <dgm:spPr/>
    </dgm:pt>
    <dgm:pt modelId="{B9FDDD56-5C66-4B17-84A9-3AF4301B0518}" type="pres">
      <dgm:prSet presAssocID="{323C408F-E4E5-43E5-85D1-74D95ECF274B}" presName="node" presStyleLbl="node1" presStyleIdx="2" presStyleCnt="3">
        <dgm:presLayoutVars>
          <dgm:bulletEnabled val="1"/>
        </dgm:presLayoutVars>
      </dgm:prSet>
      <dgm:spPr/>
    </dgm:pt>
  </dgm:ptLst>
  <dgm:cxnLst>
    <dgm:cxn modelId="{FD438911-C0A3-4A5F-BF74-71092D843A38}" srcId="{EF15CFE4-F06D-40C6-A827-C45F22F94FBF}" destId="{323C408F-E4E5-43E5-85D1-74D95ECF274B}" srcOrd="2" destOrd="0" parTransId="{BCF06163-2ADD-40B5-86A1-63C89C045A1E}" sibTransId="{76394A76-BE81-4EAC-97A8-C6E6BCC9B940}"/>
    <dgm:cxn modelId="{6550F51C-B6A1-42B2-AD56-5DF9966D7167}" type="presOf" srcId="{E244D8C2-C1E4-40C9-8252-3A1098A6B247}" destId="{286019BE-51D2-41AE-94A4-7136400E1400}" srcOrd="0" destOrd="2" presId="urn:microsoft.com/office/officeart/2005/8/layout/process1"/>
    <dgm:cxn modelId="{8BEFF020-6EE1-4C26-9AA7-0986D51EBA26}" type="presOf" srcId="{96C5F78D-295C-4800-AFC6-A401B2F5D364}" destId="{B9FDDD56-5C66-4B17-84A9-3AF4301B0518}" srcOrd="0" destOrd="3" presId="urn:microsoft.com/office/officeart/2005/8/layout/process1"/>
    <dgm:cxn modelId="{EE9A4822-37E3-44DB-B90E-831062963B61}" srcId="{2381EF5C-BA1B-4C33-B0D5-9F86E5E4CA2F}" destId="{E244D8C2-C1E4-40C9-8252-3A1098A6B247}" srcOrd="1" destOrd="0" parTransId="{836EFBBA-EED2-4A26-B8ED-64E1673D2C88}" sibTransId="{B7224999-BBFD-410F-9AFF-01DF29BEE9F5}"/>
    <dgm:cxn modelId="{BC869228-F00E-4C65-AA51-21817C17AE1A}" srcId="{323C408F-E4E5-43E5-85D1-74D95ECF274B}" destId="{0821D801-CAE5-4B4E-B6CD-48E6C6956EB8}" srcOrd="1" destOrd="0" parTransId="{96A7B375-8D95-4747-990B-2C97A488CED3}" sibTransId="{EB9D4769-F4E2-42C6-A410-5BEEEC5F7538}"/>
    <dgm:cxn modelId="{62EDB138-AF24-401D-BE3D-3E0967898023}" type="presOf" srcId="{63516D4A-0833-4AAA-B1E3-C969D4B199A8}" destId="{27EB29F4-5356-42A3-9FFD-C19DFF4DEAE6}" srcOrd="0" destOrd="1" presId="urn:microsoft.com/office/officeart/2005/8/layout/process1"/>
    <dgm:cxn modelId="{569DF665-D4AF-4D4C-98B7-FEFE76006617}" type="presOf" srcId="{BB29A6CD-185D-4B25-8019-387DF8A7D038}" destId="{286019BE-51D2-41AE-94A4-7136400E1400}" srcOrd="0" destOrd="4" presId="urn:microsoft.com/office/officeart/2005/8/layout/process1"/>
    <dgm:cxn modelId="{8888FF48-596C-4AAE-86B3-15784935DEA4}" type="presOf" srcId="{DA8570C3-4E4E-40AC-B7D6-4E5A7C0EE43F}" destId="{27EB29F4-5356-42A3-9FFD-C19DFF4DEAE6}" srcOrd="0" destOrd="3" presId="urn:microsoft.com/office/officeart/2005/8/layout/process1"/>
    <dgm:cxn modelId="{77D59C4B-A0E8-4DBF-A31C-B948DF39F323}" srcId="{47A68488-50A4-4202-AE69-B99A5978F1CD}" destId="{DA8570C3-4E4E-40AC-B7D6-4E5A7C0EE43F}" srcOrd="2" destOrd="0" parTransId="{2553B634-FA30-4F8B-858B-BB97E6BB6555}" sibTransId="{F4AEA9F3-FF78-4538-A0A5-CBC0B947853D}"/>
    <dgm:cxn modelId="{E1ED4D4C-E6C2-461D-A0E0-B1D6D10F2CDE}" type="presOf" srcId="{2FAE5756-AA42-49B0-9F5B-C479F4C3D0FB}" destId="{286019BE-51D2-41AE-94A4-7136400E1400}" srcOrd="0" destOrd="5" presId="urn:microsoft.com/office/officeart/2005/8/layout/process1"/>
    <dgm:cxn modelId="{48D5D471-0210-4262-A4D7-0CA1B462020A}" srcId="{323C408F-E4E5-43E5-85D1-74D95ECF274B}" destId="{E8900019-9680-4C26-8961-940E17CB023A}" srcOrd="3" destOrd="0" parTransId="{2A7F7570-C542-4F3E-87A4-A5833AA31FA9}" sibTransId="{BFFDCAA7-33AA-4F8E-9091-EC5AD2017FD9}"/>
    <dgm:cxn modelId="{A729FF80-D9C2-4DA1-B44A-1FC3A2D44731}" srcId="{2381EF5C-BA1B-4C33-B0D5-9F86E5E4CA2F}" destId="{D52936D7-CD6F-4425-9A42-BF589929CCE9}" srcOrd="2" destOrd="0" parTransId="{4D6F42A5-CE3C-4C0C-98A4-6EFE002FCBE3}" sibTransId="{62D474F9-ECC5-4519-A8B5-3EF473B4942B}"/>
    <dgm:cxn modelId="{4AE9718A-FEB9-462E-ACF4-7746F28D7F32}" type="presOf" srcId="{47A68488-50A4-4202-AE69-B99A5978F1CD}" destId="{27EB29F4-5356-42A3-9FFD-C19DFF4DEAE6}" srcOrd="0" destOrd="0" presId="urn:microsoft.com/office/officeart/2005/8/layout/process1"/>
    <dgm:cxn modelId="{85F01B8D-B0CF-48CA-9587-78DA3FFB3FEE}" srcId="{47A68488-50A4-4202-AE69-B99A5978F1CD}" destId="{63516D4A-0833-4AAA-B1E3-C969D4B199A8}" srcOrd="0" destOrd="0" parTransId="{0B2C5992-5982-4341-B13B-F9B72F09F92A}" sibTransId="{4C38D370-A1D4-4A27-B17E-1DC6EAFEB8AF}"/>
    <dgm:cxn modelId="{7046108F-5C19-4878-A50A-58D37431802B}" type="presOf" srcId="{D52936D7-CD6F-4425-9A42-BF589929CCE9}" destId="{286019BE-51D2-41AE-94A4-7136400E1400}" srcOrd="0" destOrd="3" presId="urn:microsoft.com/office/officeart/2005/8/layout/process1"/>
    <dgm:cxn modelId="{665ABC98-6A60-4087-B507-B93D0B738265}" type="presOf" srcId="{301550FD-E6EC-4218-8F13-ED20E25C4E9B}" destId="{46617ACE-54E8-4230-8A35-83394BD8C47C}" srcOrd="1" destOrd="0" presId="urn:microsoft.com/office/officeart/2005/8/layout/process1"/>
    <dgm:cxn modelId="{A054739C-9EA0-454B-9105-24DB7990A774}" srcId="{2381EF5C-BA1B-4C33-B0D5-9F86E5E4CA2F}" destId="{CBB19121-5811-47A8-A762-C8EF1399179E}" srcOrd="0" destOrd="0" parTransId="{2A29ED33-B854-48A5-8C97-4F7451E6E852}" sibTransId="{71FC90D9-A733-4D5D-B9C0-2E11233A1D51}"/>
    <dgm:cxn modelId="{B84DD1A3-EB73-4281-9FBA-340252514423}" srcId="{EF15CFE4-F06D-40C6-A827-C45F22F94FBF}" destId="{47A68488-50A4-4202-AE69-B99A5978F1CD}" srcOrd="1" destOrd="0" parTransId="{850C10C7-97E7-4BD3-BF59-23B30CD07483}" sibTransId="{301550FD-E6EC-4218-8F13-ED20E25C4E9B}"/>
    <dgm:cxn modelId="{7BC9FAA5-77F0-4344-A12D-8CD34022FD71}" type="presOf" srcId="{908DE3EE-8951-41BD-9436-1D7DF22B9ECA}" destId="{27EB29F4-5356-42A3-9FFD-C19DFF4DEAE6}" srcOrd="0" destOrd="2" presId="urn:microsoft.com/office/officeart/2005/8/layout/process1"/>
    <dgm:cxn modelId="{31B403A8-E6FE-4D73-86B0-4B5453769E7D}" type="presOf" srcId="{2381EF5C-BA1B-4C33-B0D5-9F86E5E4CA2F}" destId="{286019BE-51D2-41AE-94A4-7136400E1400}" srcOrd="0" destOrd="0" presId="urn:microsoft.com/office/officeart/2005/8/layout/process1"/>
    <dgm:cxn modelId="{6E1896AC-081B-4F14-8D78-C43FB093FB38}" srcId="{323C408F-E4E5-43E5-85D1-74D95ECF274B}" destId="{96C5F78D-295C-4800-AFC6-A401B2F5D364}" srcOrd="2" destOrd="0" parTransId="{4081553C-6A0B-48CE-92C0-327CF69B069D}" sibTransId="{0E89677C-8207-48F9-A672-284552465C1F}"/>
    <dgm:cxn modelId="{90A2E7B1-3FEE-44D5-9FB1-575497E517A0}" type="presOf" srcId="{E8900019-9680-4C26-8961-940E17CB023A}" destId="{B9FDDD56-5C66-4B17-84A9-3AF4301B0518}" srcOrd="0" destOrd="4" presId="urn:microsoft.com/office/officeart/2005/8/layout/process1"/>
    <dgm:cxn modelId="{A96363B7-DB30-4B95-A81C-CDBD67BCD7F2}" srcId="{2381EF5C-BA1B-4C33-B0D5-9F86E5E4CA2F}" destId="{BB29A6CD-185D-4B25-8019-387DF8A7D038}" srcOrd="3" destOrd="0" parTransId="{9E6EB1E4-6C10-47E5-BBA6-6A522AA28FD6}" sibTransId="{96B11AC2-C71C-4E87-A399-63850F356C51}"/>
    <dgm:cxn modelId="{B2FE79B8-8380-44A8-B411-93199D530F1F}" type="presOf" srcId="{323C408F-E4E5-43E5-85D1-74D95ECF274B}" destId="{B9FDDD56-5C66-4B17-84A9-3AF4301B0518}" srcOrd="0" destOrd="0" presId="urn:microsoft.com/office/officeart/2005/8/layout/process1"/>
    <dgm:cxn modelId="{A9AD1BC4-5351-4370-96C8-E7420014FCE0}" type="presOf" srcId="{0821D801-CAE5-4B4E-B6CD-48E6C6956EB8}" destId="{B9FDDD56-5C66-4B17-84A9-3AF4301B0518}" srcOrd="0" destOrd="2" presId="urn:microsoft.com/office/officeart/2005/8/layout/process1"/>
    <dgm:cxn modelId="{9AECECCA-AFEE-4F29-B8F5-A5DB05348BC4}" type="presOf" srcId="{EF15CFE4-F06D-40C6-A827-C45F22F94FBF}" destId="{7916C46C-70F6-4F2A-A3DE-181C7F8BF17A}" srcOrd="0" destOrd="0" presId="urn:microsoft.com/office/officeart/2005/8/layout/process1"/>
    <dgm:cxn modelId="{D2BDA4CD-C56C-4987-B77C-55AE4A67ABCD}" type="presOf" srcId="{CBB19121-5811-47A8-A762-C8EF1399179E}" destId="{286019BE-51D2-41AE-94A4-7136400E1400}" srcOrd="0" destOrd="1" presId="urn:microsoft.com/office/officeart/2005/8/layout/process1"/>
    <dgm:cxn modelId="{1D00BFD2-FC9B-4231-96CE-0CEE1A5F1809}" srcId="{47A68488-50A4-4202-AE69-B99A5978F1CD}" destId="{908DE3EE-8951-41BD-9436-1D7DF22B9ECA}" srcOrd="1" destOrd="0" parTransId="{5DADA3BC-1779-4A5B-B950-870A342E1F16}" sibTransId="{21900A34-DC7F-466F-A602-557052FFD0B3}"/>
    <dgm:cxn modelId="{4C15D4D9-ED9F-4BCB-A441-2412B7D1D259}" type="presOf" srcId="{301550FD-E6EC-4218-8F13-ED20E25C4E9B}" destId="{084937D1-7CEA-49C4-B313-7CFADB03C3DF}" srcOrd="0" destOrd="0" presId="urn:microsoft.com/office/officeart/2005/8/layout/process1"/>
    <dgm:cxn modelId="{083098DD-EE5F-446E-AD96-2073D730B87A}" type="presOf" srcId="{37573A34-169E-480C-B5F5-880E950C1F02}" destId="{ED31021F-9A5D-44DE-8A22-6F62D45ED505}" srcOrd="1" destOrd="0" presId="urn:microsoft.com/office/officeart/2005/8/layout/process1"/>
    <dgm:cxn modelId="{08E809EA-E303-48DB-825B-9D38D74948B6}" srcId="{2381EF5C-BA1B-4C33-B0D5-9F86E5E4CA2F}" destId="{2FAE5756-AA42-49B0-9F5B-C479F4C3D0FB}" srcOrd="4" destOrd="0" parTransId="{BAD90E68-1017-46B3-B900-B7AAA0525ACB}" sibTransId="{42996DA5-3EF3-4E97-A921-DD5A1CE3B73E}"/>
    <dgm:cxn modelId="{200C20ED-7DBA-49BD-8B85-DDF3951654F5}" srcId="{EF15CFE4-F06D-40C6-A827-C45F22F94FBF}" destId="{2381EF5C-BA1B-4C33-B0D5-9F86E5E4CA2F}" srcOrd="0" destOrd="0" parTransId="{AE17CD90-B6C8-4E2C-979C-1C0F9B5B6F50}" sibTransId="{37573A34-169E-480C-B5F5-880E950C1F02}"/>
    <dgm:cxn modelId="{D4FF06F0-E7B4-4559-B3C7-C1CF0B040926}" type="presOf" srcId="{61105CA8-442C-478D-8E66-E350564B07A2}" destId="{B9FDDD56-5C66-4B17-84A9-3AF4301B0518}" srcOrd="0" destOrd="1" presId="urn:microsoft.com/office/officeart/2005/8/layout/process1"/>
    <dgm:cxn modelId="{4C0969F6-62D5-4B4C-8543-9F547338D271}" type="presOf" srcId="{37573A34-169E-480C-B5F5-880E950C1F02}" destId="{2E9EA504-A68F-4046-9F06-CADDD9C021F3}" srcOrd="0" destOrd="0" presId="urn:microsoft.com/office/officeart/2005/8/layout/process1"/>
    <dgm:cxn modelId="{6E0A02FD-5223-48B1-A4B6-0AF406F6805C}" srcId="{323C408F-E4E5-43E5-85D1-74D95ECF274B}" destId="{61105CA8-442C-478D-8E66-E350564B07A2}" srcOrd="0" destOrd="0" parTransId="{B86A3AE6-FC94-4403-8443-77FE69A77E71}" sibTransId="{23DB3015-74F8-4D6C-89A9-4EE3E35A8943}"/>
    <dgm:cxn modelId="{9231E302-AB51-4C41-A81D-0384C3CDB568}" type="presParOf" srcId="{7916C46C-70F6-4F2A-A3DE-181C7F8BF17A}" destId="{286019BE-51D2-41AE-94A4-7136400E1400}" srcOrd="0" destOrd="0" presId="urn:microsoft.com/office/officeart/2005/8/layout/process1"/>
    <dgm:cxn modelId="{E9C7028C-75D6-4135-B158-F8BEB6559AA6}" type="presParOf" srcId="{7916C46C-70F6-4F2A-A3DE-181C7F8BF17A}" destId="{2E9EA504-A68F-4046-9F06-CADDD9C021F3}" srcOrd="1" destOrd="0" presId="urn:microsoft.com/office/officeart/2005/8/layout/process1"/>
    <dgm:cxn modelId="{C71887CB-2153-4399-A294-FF5CC38DE6A0}" type="presParOf" srcId="{2E9EA504-A68F-4046-9F06-CADDD9C021F3}" destId="{ED31021F-9A5D-44DE-8A22-6F62D45ED505}" srcOrd="0" destOrd="0" presId="urn:microsoft.com/office/officeart/2005/8/layout/process1"/>
    <dgm:cxn modelId="{E86AE985-7569-42D4-9000-A4B553FF1A15}" type="presParOf" srcId="{7916C46C-70F6-4F2A-A3DE-181C7F8BF17A}" destId="{27EB29F4-5356-42A3-9FFD-C19DFF4DEAE6}" srcOrd="2" destOrd="0" presId="urn:microsoft.com/office/officeart/2005/8/layout/process1"/>
    <dgm:cxn modelId="{85F9AF00-06C1-4831-BBF0-A93688996A33}" type="presParOf" srcId="{7916C46C-70F6-4F2A-A3DE-181C7F8BF17A}" destId="{084937D1-7CEA-49C4-B313-7CFADB03C3DF}" srcOrd="3" destOrd="0" presId="urn:microsoft.com/office/officeart/2005/8/layout/process1"/>
    <dgm:cxn modelId="{57B33383-AB1F-40B8-B0DF-259516940061}" type="presParOf" srcId="{084937D1-7CEA-49C4-B313-7CFADB03C3DF}" destId="{46617ACE-54E8-4230-8A35-83394BD8C47C}" srcOrd="0" destOrd="0" presId="urn:microsoft.com/office/officeart/2005/8/layout/process1"/>
    <dgm:cxn modelId="{F21185DF-E327-46FF-BB91-ABF5E170EBCE}" type="presParOf" srcId="{7916C46C-70F6-4F2A-A3DE-181C7F8BF17A}" destId="{B9FDDD56-5C66-4B17-84A9-3AF4301B051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0821FDD-3617-4506-974B-34D5F155AFE0}" type="doc">
      <dgm:prSet loTypeId="urn:microsoft.com/office/officeart/2005/8/layout/list1" loCatId="list" qsTypeId="urn:microsoft.com/office/officeart/2005/8/quickstyle/3d1#3" qsCatId="3D" csTypeId="urn:microsoft.com/office/officeart/2005/8/colors/accent0_2#156" csCatId="mainScheme" phldr="1"/>
      <dgm:spPr/>
      <dgm:t>
        <a:bodyPr/>
        <a:lstStyle/>
        <a:p>
          <a:endParaRPr lang="en-CA"/>
        </a:p>
      </dgm:t>
    </dgm:pt>
    <dgm:pt modelId="{EC7A3BE2-3D63-4F80-9374-503AF91AF659}">
      <dgm:prSet phldrT="[Text]" phldr="0" custT="1"/>
      <dgm:spPr/>
      <dgm:t>
        <a:bodyPr/>
        <a:lstStyle/>
        <a:p>
          <a:pPr algn="ctr">
            <a:lnSpc>
              <a:spcPct val="90000"/>
            </a:lnSpc>
          </a:pPr>
          <a:r>
            <a:rPr lang="en-US" sz="1600" dirty="0">
              <a:solidFill>
                <a:srgbClr val="39302A"/>
              </a:solidFill>
              <a:latin typeface="Franklin Gothic Book" panose="020F0502020204030204"/>
              <a:ea typeface="+mn-ea"/>
              <a:cs typeface="+mn-cs"/>
            </a:rPr>
            <a:t>Operates the oven and handles existing control and safety functions.</a:t>
          </a:r>
        </a:p>
      </dgm:t>
    </dgm:pt>
    <dgm:pt modelId="{DC41801E-36FF-4C77-953B-EAA3C45400EB}" type="parTrans" cxnId="{25B62C57-92E1-4349-AA7B-9753A4BC8B46}">
      <dgm:prSet/>
      <dgm:spPr/>
    </dgm:pt>
    <dgm:pt modelId="{9EF7F44B-6A9D-49B3-BA1F-7BDFD178DC70}" type="sibTrans" cxnId="{25B62C57-92E1-4349-AA7B-9753A4BC8B46}">
      <dgm:prSet/>
      <dgm:spPr/>
    </dgm:pt>
    <dgm:pt modelId="{A00E86A5-C4E6-449A-B32E-80EBBF5582C7}">
      <dgm:prSet phldrT="[Text]" phldr="0" custT="1"/>
      <dgm:spPr/>
      <dgm:t>
        <a:bodyPr/>
        <a:lstStyle/>
        <a:p>
          <a:pPr algn="ctr">
            <a:lnSpc>
              <a:spcPct val="90000"/>
            </a:lnSpc>
          </a:pPr>
          <a:r>
            <a:rPr lang="en-US" sz="1800" dirty="0">
              <a:solidFill>
                <a:srgbClr val="39302A"/>
              </a:solidFill>
              <a:latin typeface="Franklin Gothic Book" panose="020F0502020204030204"/>
              <a:ea typeface="+mn-ea"/>
              <a:cs typeface="+mn-cs"/>
            </a:rPr>
            <a:t>Uses historical or real-time process data to evaluate oven energy performance.</a:t>
          </a:r>
        </a:p>
      </dgm:t>
    </dgm:pt>
    <dgm:pt modelId="{4EFAF501-4A5B-445C-BB4C-F5CED21566D7}" type="parTrans" cxnId="{2CA28F81-BD37-4C47-9554-698522D6434E}">
      <dgm:prSet/>
      <dgm:spPr/>
    </dgm:pt>
    <dgm:pt modelId="{66B4A625-2E45-4DEE-841E-1825766A64CB}" type="sibTrans" cxnId="{2CA28F81-BD37-4C47-9554-698522D6434E}">
      <dgm:prSet/>
      <dgm:spPr/>
    </dgm:pt>
    <dgm:pt modelId="{F06CB7AF-E331-4605-B646-02377949A86E}">
      <dgm:prSet phldrT="[Text]" phldr="0" custT="1"/>
      <dgm:spPr/>
      <dgm:t>
        <a:bodyPr/>
        <a:lstStyle/>
        <a:p>
          <a:pPr algn="ctr">
            <a:lnSpc>
              <a:spcPct val="90000"/>
            </a:lnSpc>
          </a:pPr>
          <a:r>
            <a:rPr lang="en-US" sz="1600" dirty="0">
              <a:solidFill>
                <a:srgbClr val="39302A"/>
              </a:solidFill>
              <a:latin typeface="Franklin Gothic Book"/>
              <a:ea typeface="+mn-ea"/>
              <a:cs typeface="+mn-cs"/>
            </a:rPr>
            <a:t>Predict expected consumption • flag abnormal energy use • support engineering recommendations</a:t>
          </a:r>
          <a:endParaRPr lang="en-CA" sz="1600" dirty="0">
            <a:solidFill>
              <a:srgbClr val="39302A"/>
            </a:solidFill>
            <a:latin typeface="Franklin Gothic Book"/>
            <a:ea typeface="+mn-ea"/>
            <a:cs typeface="+mn-cs"/>
          </a:endParaRPr>
        </a:p>
      </dgm:t>
    </dgm:pt>
    <dgm:pt modelId="{76BA89E9-14D1-421E-A5C2-C5293A60A9E4}" type="parTrans" cxnId="{E11C1200-54A8-49E4-BF90-26C759E6D5F4}">
      <dgm:prSet/>
      <dgm:spPr/>
    </dgm:pt>
    <dgm:pt modelId="{9398F19A-B455-42C9-9C25-2522995D5B80}" type="sibTrans" cxnId="{E11C1200-54A8-49E4-BF90-26C759E6D5F4}">
      <dgm:prSet/>
      <dgm:spPr/>
    </dgm:pt>
    <dgm:pt modelId="{CD68FCB7-9F20-472A-BA27-E127330A4D0F}" type="pres">
      <dgm:prSet presAssocID="{10821FDD-3617-4506-974B-34D5F155AFE0}" presName="linear" presStyleCnt="0">
        <dgm:presLayoutVars>
          <dgm:dir/>
          <dgm:animLvl val="lvl"/>
          <dgm:resizeHandles val="exact"/>
        </dgm:presLayoutVars>
      </dgm:prSet>
      <dgm:spPr/>
    </dgm:pt>
    <dgm:pt modelId="{F122E6FC-CDAD-45F1-96D3-5B338C648ACC}" type="pres">
      <dgm:prSet presAssocID="{EC7A3BE2-3D63-4F80-9374-503AF91AF659}" presName="parentLin" presStyleCnt="0"/>
      <dgm:spPr/>
    </dgm:pt>
    <dgm:pt modelId="{DB3480CD-A460-46CA-9664-AC3DA286837E}" type="pres">
      <dgm:prSet presAssocID="{EC7A3BE2-3D63-4F80-9374-503AF91AF659}" presName="parentLeftMargin" presStyleLbl="node1" presStyleIdx="0" presStyleCnt="3"/>
      <dgm:spPr/>
    </dgm:pt>
    <dgm:pt modelId="{BB3CB728-0519-41B3-B58A-6CA9FF362597}" type="pres">
      <dgm:prSet presAssocID="{EC7A3BE2-3D63-4F80-9374-503AF91AF6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64E5709-98A1-4260-9DF6-72954B208800}" type="pres">
      <dgm:prSet presAssocID="{EC7A3BE2-3D63-4F80-9374-503AF91AF659}" presName="negativeSpace" presStyleCnt="0"/>
      <dgm:spPr/>
    </dgm:pt>
    <dgm:pt modelId="{FFD1FC38-A9F2-452A-A5E0-A69AA08FCB23}" type="pres">
      <dgm:prSet presAssocID="{EC7A3BE2-3D63-4F80-9374-503AF91AF659}" presName="childText" presStyleLbl="conFgAcc1" presStyleIdx="0" presStyleCnt="3">
        <dgm:presLayoutVars>
          <dgm:bulletEnabled val="1"/>
        </dgm:presLayoutVars>
      </dgm:prSet>
      <dgm:spPr/>
    </dgm:pt>
    <dgm:pt modelId="{F6E81BAB-EC5A-4A18-8FA0-BA6F34C61552}" type="pres">
      <dgm:prSet presAssocID="{9EF7F44B-6A9D-49B3-BA1F-7BDFD178DC70}" presName="spaceBetweenRectangles" presStyleCnt="0"/>
      <dgm:spPr/>
    </dgm:pt>
    <dgm:pt modelId="{8A3BB892-F7E4-48FB-BC5A-7B694F04E7BB}" type="pres">
      <dgm:prSet presAssocID="{A00E86A5-C4E6-449A-B32E-80EBBF5582C7}" presName="parentLin" presStyleCnt="0"/>
      <dgm:spPr/>
    </dgm:pt>
    <dgm:pt modelId="{B3B56AFF-1C16-4467-8E51-2FF2EFAB69D5}" type="pres">
      <dgm:prSet presAssocID="{A00E86A5-C4E6-449A-B32E-80EBBF5582C7}" presName="parentLeftMargin" presStyleLbl="node1" presStyleIdx="0" presStyleCnt="3"/>
      <dgm:spPr/>
    </dgm:pt>
    <dgm:pt modelId="{C5648695-359F-4493-B7C0-36A3EC62379F}" type="pres">
      <dgm:prSet presAssocID="{A00E86A5-C4E6-449A-B32E-80EBBF5582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292C06-7B98-41D1-847E-7DFD72D09355}" type="pres">
      <dgm:prSet presAssocID="{A00E86A5-C4E6-449A-B32E-80EBBF5582C7}" presName="negativeSpace" presStyleCnt="0"/>
      <dgm:spPr/>
    </dgm:pt>
    <dgm:pt modelId="{77BCB257-74CA-480A-8622-D2DB4F31B23F}" type="pres">
      <dgm:prSet presAssocID="{A00E86A5-C4E6-449A-B32E-80EBBF5582C7}" presName="childText" presStyleLbl="conFgAcc1" presStyleIdx="1" presStyleCnt="3">
        <dgm:presLayoutVars>
          <dgm:bulletEnabled val="1"/>
        </dgm:presLayoutVars>
      </dgm:prSet>
      <dgm:spPr/>
    </dgm:pt>
    <dgm:pt modelId="{4819F760-14D1-4CB3-98B2-E5BBBBEBF67F}" type="pres">
      <dgm:prSet presAssocID="{66B4A625-2E45-4DEE-841E-1825766A64CB}" presName="spaceBetweenRectangles" presStyleCnt="0"/>
      <dgm:spPr/>
    </dgm:pt>
    <dgm:pt modelId="{BF7A2469-FCC4-4094-A436-4BCF1FB69E4F}" type="pres">
      <dgm:prSet presAssocID="{F06CB7AF-E331-4605-B646-02377949A86E}" presName="parentLin" presStyleCnt="0"/>
      <dgm:spPr/>
    </dgm:pt>
    <dgm:pt modelId="{1E92B043-526E-47BF-BA42-773E9B874F9F}" type="pres">
      <dgm:prSet presAssocID="{F06CB7AF-E331-4605-B646-02377949A86E}" presName="parentLeftMargin" presStyleLbl="node1" presStyleIdx="1" presStyleCnt="3"/>
      <dgm:spPr/>
    </dgm:pt>
    <dgm:pt modelId="{F147EF15-C29B-428D-99E9-2E36D2329894}" type="pres">
      <dgm:prSet presAssocID="{F06CB7AF-E331-4605-B646-02377949A86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4CA2736-A811-44F6-95AE-6832A264650E}" type="pres">
      <dgm:prSet presAssocID="{F06CB7AF-E331-4605-B646-02377949A86E}" presName="negativeSpace" presStyleCnt="0"/>
      <dgm:spPr/>
    </dgm:pt>
    <dgm:pt modelId="{E440C608-1DEB-4CF7-8733-EF098C9CBB31}" type="pres">
      <dgm:prSet presAssocID="{F06CB7AF-E331-4605-B646-02377949A86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11C1200-54A8-49E4-BF90-26C759E6D5F4}" srcId="{10821FDD-3617-4506-974B-34D5F155AFE0}" destId="{F06CB7AF-E331-4605-B646-02377949A86E}" srcOrd="2" destOrd="0" parTransId="{76BA89E9-14D1-421E-A5C2-C5293A60A9E4}" sibTransId="{9398F19A-B455-42C9-9C25-2522995D5B80}"/>
    <dgm:cxn modelId="{837E7C0D-3C57-400F-AB47-8F83F0848267}" type="presOf" srcId="{EC7A3BE2-3D63-4F80-9374-503AF91AF659}" destId="{BB3CB728-0519-41B3-B58A-6CA9FF362597}" srcOrd="1" destOrd="0" presId="urn:microsoft.com/office/officeart/2005/8/layout/list1"/>
    <dgm:cxn modelId="{A666B520-9CFC-45D3-81E7-4E85BE920B25}" type="presOf" srcId="{F06CB7AF-E331-4605-B646-02377949A86E}" destId="{F147EF15-C29B-428D-99E9-2E36D2329894}" srcOrd="1" destOrd="0" presId="urn:microsoft.com/office/officeart/2005/8/layout/list1"/>
    <dgm:cxn modelId="{25B62C57-92E1-4349-AA7B-9753A4BC8B46}" srcId="{10821FDD-3617-4506-974B-34D5F155AFE0}" destId="{EC7A3BE2-3D63-4F80-9374-503AF91AF659}" srcOrd="0" destOrd="0" parTransId="{DC41801E-36FF-4C77-953B-EAA3C45400EB}" sibTransId="{9EF7F44B-6A9D-49B3-BA1F-7BDFD178DC70}"/>
    <dgm:cxn modelId="{2CA28F81-BD37-4C47-9554-698522D6434E}" srcId="{10821FDD-3617-4506-974B-34D5F155AFE0}" destId="{A00E86A5-C4E6-449A-B32E-80EBBF5582C7}" srcOrd="1" destOrd="0" parTransId="{4EFAF501-4A5B-445C-BB4C-F5CED21566D7}" sibTransId="{66B4A625-2E45-4DEE-841E-1825766A64CB}"/>
    <dgm:cxn modelId="{6A074D88-64A2-4D49-9C54-5722CDB79F04}" type="presOf" srcId="{A00E86A5-C4E6-449A-B32E-80EBBF5582C7}" destId="{B3B56AFF-1C16-4467-8E51-2FF2EFAB69D5}" srcOrd="0" destOrd="0" presId="urn:microsoft.com/office/officeart/2005/8/layout/list1"/>
    <dgm:cxn modelId="{CF758ED4-D234-4B07-9BED-EF76F90C67A3}" type="presOf" srcId="{A00E86A5-C4E6-449A-B32E-80EBBF5582C7}" destId="{C5648695-359F-4493-B7C0-36A3EC62379F}" srcOrd="1" destOrd="0" presId="urn:microsoft.com/office/officeart/2005/8/layout/list1"/>
    <dgm:cxn modelId="{167BF0D9-F4D4-4AF9-ACE1-875FB2F23C1D}" type="presOf" srcId="{F06CB7AF-E331-4605-B646-02377949A86E}" destId="{1E92B043-526E-47BF-BA42-773E9B874F9F}" srcOrd="0" destOrd="0" presId="urn:microsoft.com/office/officeart/2005/8/layout/list1"/>
    <dgm:cxn modelId="{4DBBACE3-A398-493B-8626-99FF2642BD6C}" type="presOf" srcId="{10821FDD-3617-4506-974B-34D5F155AFE0}" destId="{CD68FCB7-9F20-472A-BA27-E127330A4D0F}" srcOrd="0" destOrd="0" presId="urn:microsoft.com/office/officeart/2005/8/layout/list1"/>
    <dgm:cxn modelId="{46B8DFE8-1AB4-40C1-8671-CBF8EA025AD7}" type="presOf" srcId="{EC7A3BE2-3D63-4F80-9374-503AF91AF659}" destId="{DB3480CD-A460-46CA-9664-AC3DA286837E}" srcOrd="0" destOrd="0" presId="urn:microsoft.com/office/officeart/2005/8/layout/list1"/>
    <dgm:cxn modelId="{A8C42E62-DCDA-4582-AFF0-D115EB057CA4}" type="presParOf" srcId="{CD68FCB7-9F20-472A-BA27-E127330A4D0F}" destId="{F122E6FC-CDAD-45F1-96D3-5B338C648ACC}" srcOrd="0" destOrd="0" presId="urn:microsoft.com/office/officeart/2005/8/layout/list1"/>
    <dgm:cxn modelId="{4B63649D-3B7F-414E-9CB5-727BBD0A0E97}" type="presParOf" srcId="{F122E6FC-CDAD-45F1-96D3-5B338C648ACC}" destId="{DB3480CD-A460-46CA-9664-AC3DA286837E}" srcOrd="0" destOrd="0" presId="urn:microsoft.com/office/officeart/2005/8/layout/list1"/>
    <dgm:cxn modelId="{734F22F8-3226-4FD1-AFDC-86BD99AAA072}" type="presParOf" srcId="{F122E6FC-CDAD-45F1-96D3-5B338C648ACC}" destId="{BB3CB728-0519-41B3-B58A-6CA9FF362597}" srcOrd="1" destOrd="0" presId="urn:microsoft.com/office/officeart/2005/8/layout/list1"/>
    <dgm:cxn modelId="{C21D3873-A302-4DA0-A335-919DA0733101}" type="presParOf" srcId="{CD68FCB7-9F20-472A-BA27-E127330A4D0F}" destId="{664E5709-98A1-4260-9DF6-72954B208800}" srcOrd="1" destOrd="0" presId="urn:microsoft.com/office/officeart/2005/8/layout/list1"/>
    <dgm:cxn modelId="{D9E098FD-2CF5-4DC0-8D4E-92E300EF595A}" type="presParOf" srcId="{CD68FCB7-9F20-472A-BA27-E127330A4D0F}" destId="{FFD1FC38-A9F2-452A-A5E0-A69AA08FCB23}" srcOrd="2" destOrd="0" presId="urn:microsoft.com/office/officeart/2005/8/layout/list1"/>
    <dgm:cxn modelId="{4888C5A3-C993-4E2D-8742-4AE210E88BF9}" type="presParOf" srcId="{CD68FCB7-9F20-472A-BA27-E127330A4D0F}" destId="{F6E81BAB-EC5A-4A18-8FA0-BA6F34C61552}" srcOrd="3" destOrd="0" presId="urn:microsoft.com/office/officeart/2005/8/layout/list1"/>
    <dgm:cxn modelId="{53F69833-8175-4C8A-83C3-11383139EE8C}" type="presParOf" srcId="{CD68FCB7-9F20-472A-BA27-E127330A4D0F}" destId="{8A3BB892-F7E4-48FB-BC5A-7B694F04E7BB}" srcOrd="4" destOrd="0" presId="urn:microsoft.com/office/officeart/2005/8/layout/list1"/>
    <dgm:cxn modelId="{CA2686ED-B6C8-4AD4-B9D5-1C304EA49815}" type="presParOf" srcId="{8A3BB892-F7E4-48FB-BC5A-7B694F04E7BB}" destId="{B3B56AFF-1C16-4467-8E51-2FF2EFAB69D5}" srcOrd="0" destOrd="0" presId="urn:microsoft.com/office/officeart/2005/8/layout/list1"/>
    <dgm:cxn modelId="{22D2A13B-F426-44F2-AFD8-285EFCC056BC}" type="presParOf" srcId="{8A3BB892-F7E4-48FB-BC5A-7B694F04E7BB}" destId="{C5648695-359F-4493-B7C0-36A3EC62379F}" srcOrd="1" destOrd="0" presId="urn:microsoft.com/office/officeart/2005/8/layout/list1"/>
    <dgm:cxn modelId="{D7D1A15B-11F8-4D4E-9B50-23A727488186}" type="presParOf" srcId="{CD68FCB7-9F20-472A-BA27-E127330A4D0F}" destId="{0C292C06-7B98-41D1-847E-7DFD72D09355}" srcOrd="5" destOrd="0" presId="urn:microsoft.com/office/officeart/2005/8/layout/list1"/>
    <dgm:cxn modelId="{219756C6-9F4D-4A4D-B282-23FA722E6B25}" type="presParOf" srcId="{CD68FCB7-9F20-472A-BA27-E127330A4D0F}" destId="{77BCB257-74CA-480A-8622-D2DB4F31B23F}" srcOrd="6" destOrd="0" presId="urn:microsoft.com/office/officeart/2005/8/layout/list1"/>
    <dgm:cxn modelId="{EAE7E3D1-B276-4AD5-A257-5BB4FBF0F598}" type="presParOf" srcId="{CD68FCB7-9F20-472A-BA27-E127330A4D0F}" destId="{4819F760-14D1-4CB3-98B2-E5BBBBEBF67F}" srcOrd="7" destOrd="0" presId="urn:microsoft.com/office/officeart/2005/8/layout/list1"/>
    <dgm:cxn modelId="{B3B5E82F-5B52-48E2-9A8B-8018DE91222B}" type="presParOf" srcId="{CD68FCB7-9F20-472A-BA27-E127330A4D0F}" destId="{BF7A2469-FCC4-4094-A436-4BCF1FB69E4F}" srcOrd="8" destOrd="0" presId="urn:microsoft.com/office/officeart/2005/8/layout/list1"/>
    <dgm:cxn modelId="{28AD6C80-E7A4-4A07-B579-5407F48A2B66}" type="presParOf" srcId="{BF7A2469-FCC4-4094-A436-4BCF1FB69E4F}" destId="{1E92B043-526E-47BF-BA42-773E9B874F9F}" srcOrd="0" destOrd="0" presId="urn:microsoft.com/office/officeart/2005/8/layout/list1"/>
    <dgm:cxn modelId="{70C7917D-1650-4637-8592-9E7C2B97B460}" type="presParOf" srcId="{BF7A2469-FCC4-4094-A436-4BCF1FB69E4F}" destId="{F147EF15-C29B-428D-99E9-2E36D2329894}" srcOrd="1" destOrd="0" presId="urn:microsoft.com/office/officeart/2005/8/layout/list1"/>
    <dgm:cxn modelId="{DB237FF8-4D1C-4E80-B38C-378C6BC8F7D8}" type="presParOf" srcId="{CD68FCB7-9F20-472A-BA27-E127330A4D0F}" destId="{14CA2736-A811-44F6-95AE-6832A264650E}" srcOrd="9" destOrd="0" presId="urn:microsoft.com/office/officeart/2005/8/layout/list1"/>
    <dgm:cxn modelId="{1E7EFB45-867B-42EF-B2C7-B99D120C2F81}" type="presParOf" srcId="{CD68FCB7-9F20-472A-BA27-E127330A4D0F}" destId="{E440C608-1DEB-4CF7-8733-EF098C9CBB3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B6DF2E-6CC6-43EB-BB54-7C6780738FA6}">
      <dsp:nvSpPr>
        <dsp:cNvPr id="0" name=""/>
        <dsp:cNvSpPr/>
      </dsp:nvSpPr>
      <dsp:spPr>
        <a:xfrm>
          <a:off x="3291" y="95206"/>
          <a:ext cx="1438914" cy="903817"/>
        </a:xfrm>
        <a:prstGeom prst="roundRect">
          <a:avLst>
            <a:gd name="adj" fmla="val 10000"/>
          </a:avLst>
        </a:prstGeom>
        <a:solidFill>
          <a:schemeClr val="tx1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East cure oven</a:t>
          </a:r>
        </a:p>
      </dsp:txBody>
      <dsp:txXfrm>
        <a:off x="29763" y="121678"/>
        <a:ext cx="1385970" cy="850873"/>
      </dsp:txXfrm>
    </dsp:sp>
    <dsp:sp modelId="{1C8FB50E-571C-4B70-857A-8E13CDA21297}">
      <dsp:nvSpPr>
        <dsp:cNvPr id="0" name=""/>
        <dsp:cNvSpPr/>
      </dsp:nvSpPr>
      <dsp:spPr>
        <a:xfrm>
          <a:off x="1586096" y="368690"/>
          <a:ext cx="305049" cy="35685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100" kern="1200"/>
        </a:p>
      </dsp:txBody>
      <dsp:txXfrm>
        <a:off x="1586096" y="440060"/>
        <a:ext cx="213534" cy="214110"/>
      </dsp:txXfrm>
    </dsp:sp>
    <dsp:sp modelId="{431916C1-85C4-4574-93EB-EA4986FD05C6}">
      <dsp:nvSpPr>
        <dsp:cNvPr id="0" name=""/>
        <dsp:cNvSpPr/>
      </dsp:nvSpPr>
      <dsp:spPr>
        <a:xfrm>
          <a:off x="2017770" y="95206"/>
          <a:ext cx="1438914" cy="903817"/>
        </a:xfrm>
        <a:prstGeom prst="roundRect">
          <a:avLst>
            <a:gd name="adj" fmla="val 10000"/>
          </a:avLst>
        </a:prstGeom>
        <a:solidFill>
          <a:schemeClr val="tx1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Estimated Energy Loss: 4,900 GJ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Natural gas lost: $ 36,000 </a:t>
          </a:r>
        </a:p>
      </dsp:txBody>
      <dsp:txXfrm>
        <a:off x="2044242" y="121678"/>
        <a:ext cx="1385970" cy="850873"/>
      </dsp:txXfrm>
    </dsp:sp>
    <dsp:sp modelId="{5577C68F-2DC2-4053-9EB8-CEA233161B12}">
      <dsp:nvSpPr>
        <dsp:cNvPr id="0" name=""/>
        <dsp:cNvSpPr/>
      </dsp:nvSpPr>
      <dsp:spPr>
        <a:xfrm>
          <a:off x="3600576" y="368690"/>
          <a:ext cx="305049" cy="35685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100" kern="1200"/>
        </a:p>
      </dsp:txBody>
      <dsp:txXfrm>
        <a:off x="3600576" y="440060"/>
        <a:ext cx="213534" cy="214110"/>
      </dsp:txXfrm>
    </dsp:sp>
    <dsp:sp modelId="{93F3F8A7-82D9-4888-BB47-D9AD63EDCF6C}">
      <dsp:nvSpPr>
        <dsp:cNvPr id="0" name=""/>
        <dsp:cNvSpPr/>
      </dsp:nvSpPr>
      <dsp:spPr>
        <a:xfrm>
          <a:off x="4032250" y="95206"/>
          <a:ext cx="1438914" cy="903817"/>
        </a:xfrm>
        <a:prstGeom prst="roundRect">
          <a:avLst>
            <a:gd name="adj" fmla="val 10000"/>
          </a:avLst>
        </a:prstGeom>
        <a:solidFill>
          <a:schemeClr val="tx1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Unexpectedly high natural-gas consumption</a:t>
          </a:r>
        </a:p>
      </dsp:txBody>
      <dsp:txXfrm>
        <a:off x="4058722" y="121678"/>
        <a:ext cx="1385970" cy="850873"/>
      </dsp:txXfrm>
    </dsp:sp>
    <dsp:sp modelId="{93B514A7-217F-4AA9-9A51-2F0C65F70D61}">
      <dsp:nvSpPr>
        <dsp:cNvPr id="0" name=""/>
        <dsp:cNvSpPr/>
      </dsp:nvSpPr>
      <dsp:spPr>
        <a:xfrm>
          <a:off x="5615056" y="368690"/>
          <a:ext cx="305049" cy="356850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100" kern="1200"/>
        </a:p>
      </dsp:txBody>
      <dsp:txXfrm>
        <a:off x="5615056" y="440060"/>
        <a:ext cx="213534" cy="214110"/>
      </dsp:txXfrm>
    </dsp:sp>
    <dsp:sp modelId="{8FF2887D-90FB-4F08-AE6E-5FF58A818324}">
      <dsp:nvSpPr>
        <dsp:cNvPr id="0" name=""/>
        <dsp:cNvSpPr/>
      </dsp:nvSpPr>
      <dsp:spPr>
        <a:xfrm>
          <a:off x="6046730" y="95206"/>
          <a:ext cx="1438914" cy="903817"/>
        </a:xfrm>
        <a:prstGeom prst="roundRect">
          <a:avLst>
            <a:gd name="adj" fmla="val 10000"/>
          </a:avLst>
        </a:prstGeom>
        <a:solidFill>
          <a:schemeClr val="tx1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Cost + CO₂ + unknown cause</a:t>
          </a:r>
        </a:p>
      </dsp:txBody>
      <dsp:txXfrm>
        <a:off x="6073202" y="121678"/>
        <a:ext cx="1385970" cy="8508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D5B7AC-9177-4CC2-A693-D1A83C4BEE23}">
      <dsp:nvSpPr>
        <dsp:cNvPr id="0" name=""/>
        <dsp:cNvSpPr/>
      </dsp:nvSpPr>
      <dsp:spPr>
        <a:xfrm>
          <a:off x="1634" y="42556"/>
          <a:ext cx="1593724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CNH Engineers</a:t>
          </a:r>
        </a:p>
      </dsp:txBody>
      <dsp:txXfrm>
        <a:off x="1634" y="42556"/>
        <a:ext cx="1593724" cy="403200"/>
      </dsp:txXfrm>
    </dsp:sp>
    <dsp:sp modelId="{ADA8F332-387E-464D-86E3-01805F33E402}">
      <dsp:nvSpPr>
        <dsp:cNvPr id="0" name=""/>
        <dsp:cNvSpPr/>
      </dsp:nvSpPr>
      <dsp:spPr>
        <a:xfrm>
          <a:off x="0" y="488313"/>
          <a:ext cx="1593724" cy="13066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Need to understand when and why energy performance is abnormal</a:t>
          </a:r>
        </a:p>
      </dsp:txBody>
      <dsp:txXfrm>
        <a:off x="0" y="488313"/>
        <a:ext cx="1593724" cy="1306619"/>
      </dsp:txXfrm>
    </dsp:sp>
    <dsp:sp modelId="{0682F209-477B-47B5-B5F0-AA4C30FC6F39}">
      <dsp:nvSpPr>
        <dsp:cNvPr id="0" name=""/>
        <dsp:cNvSpPr/>
      </dsp:nvSpPr>
      <dsp:spPr>
        <a:xfrm>
          <a:off x="1818479" y="42556"/>
          <a:ext cx="1593724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Oven Operators</a:t>
          </a:r>
        </a:p>
      </dsp:txBody>
      <dsp:txXfrm>
        <a:off x="1818479" y="42556"/>
        <a:ext cx="1593724" cy="403200"/>
      </dsp:txXfrm>
    </dsp:sp>
    <dsp:sp modelId="{9F02437C-7497-4D93-A61C-CFE2C940B711}">
      <dsp:nvSpPr>
        <dsp:cNvPr id="0" name=""/>
        <dsp:cNvSpPr/>
      </dsp:nvSpPr>
      <dsp:spPr>
        <a:xfrm>
          <a:off x="1818479" y="445756"/>
          <a:ext cx="1593724" cy="13066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>
              <a:solidFill>
                <a:schemeClr val="tx1"/>
              </a:solidFill>
            </a:rPr>
            <a:t>Need clear information without disrupting existing oven controls</a:t>
          </a:r>
        </a:p>
      </dsp:txBody>
      <dsp:txXfrm>
        <a:off x="1818479" y="445756"/>
        <a:ext cx="1593724" cy="1306619"/>
      </dsp:txXfrm>
    </dsp:sp>
    <dsp:sp modelId="{6ACFD110-9BBA-4AF4-B836-488A408B72E2}">
      <dsp:nvSpPr>
        <dsp:cNvPr id="0" name=""/>
        <dsp:cNvSpPr/>
      </dsp:nvSpPr>
      <dsp:spPr>
        <a:xfrm>
          <a:off x="3635325" y="42556"/>
          <a:ext cx="1593724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Paint Engineering</a:t>
          </a:r>
        </a:p>
      </dsp:txBody>
      <dsp:txXfrm>
        <a:off x="3635325" y="42556"/>
        <a:ext cx="1593724" cy="403200"/>
      </dsp:txXfrm>
    </dsp:sp>
    <dsp:sp modelId="{6CF0CDB2-079D-4659-B7E9-24BB0572A5F8}">
      <dsp:nvSpPr>
        <dsp:cNvPr id="0" name=""/>
        <dsp:cNvSpPr/>
      </dsp:nvSpPr>
      <dsp:spPr>
        <a:xfrm>
          <a:off x="3635325" y="445756"/>
          <a:ext cx="1593724" cy="13066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D260D5-5BEA-47EE-8F8D-E32F94BDB23C}">
      <dsp:nvSpPr>
        <dsp:cNvPr id="0" name=""/>
        <dsp:cNvSpPr/>
      </dsp:nvSpPr>
      <dsp:spPr>
        <a:xfrm>
          <a:off x="1656" y="47360"/>
          <a:ext cx="1615297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CNH Management</a:t>
          </a:r>
        </a:p>
      </dsp:txBody>
      <dsp:txXfrm>
        <a:off x="1656" y="47360"/>
        <a:ext cx="1615297" cy="403200"/>
      </dsp:txXfrm>
    </dsp:sp>
    <dsp:sp modelId="{41F204CA-E965-45AB-92C3-E824391AEE75}">
      <dsp:nvSpPr>
        <dsp:cNvPr id="0" name=""/>
        <dsp:cNvSpPr/>
      </dsp:nvSpPr>
      <dsp:spPr>
        <a:xfrm>
          <a:off x="1656" y="450560"/>
          <a:ext cx="1615297" cy="129701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Interested in operating cost, energy and CO2 reduction</a:t>
          </a:r>
        </a:p>
      </dsp:txBody>
      <dsp:txXfrm>
        <a:off x="1656" y="450560"/>
        <a:ext cx="1615297" cy="1297012"/>
      </dsp:txXfrm>
    </dsp:sp>
    <dsp:sp modelId="{469D4428-116D-4A88-8023-CF958B4D8AF0}">
      <dsp:nvSpPr>
        <dsp:cNvPr id="0" name=""/>
        <dsp:cNvSpPr/>
      </dsp:nvSpPr>
      <dsp:spPr>
        <a:xfrm>
          <a:off x="1843095" y="47360"/>
          <a:ext cx="1615297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ISE Team</a:t>
          </a:r>
        </a:p>
      </dsp:txBody>
      <dsp:txXfrm>
        <a:off x="1843095" y="47360"/>
        <a:ext cx="1615297" cy="403200"/>
      </dsp:txXfrm>
    </dsp:sp>
    <dsp:sp modelId="{3CB7FE6B-54DD-4C3C-89E9-F9FC71E2D428}">
      <dsp:nvSpPr>
        <dsp:cNvPr id="0" name=""/>
        <dsp:cNvSpPr/>
      </dsp:nvSpPr>
      <dsp:spPr>
        <a:xfrm>
          <a:off x="1843095" y="450560"/>
          <a:ext cx="1615297" cy="129701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Redesigning the oven after investing the physical sources of heat and energy loss</a:t>
          </a:r>
        </a:p>
      </dsp:txBody>
      <dsp:txXfrm>
        <a:off x="1843095" y="450560"/>
        <a:ext cx="1615297" cy="1297012"/>
      </dsp:txXfrm>
    </dsp:sp>
    <dsp:sp modelId="{A9E2E4FF-2753-487E-A2D6-8D01FC19319C}">
      <dsp:nvSpPr>
        <dsp:cNvPr id="0" name=""/>
        <dsp:cNvSpPr/>
      </dsp:nvSpPr>
      <dsp:spPr>
        <a:xfrm>
          <a:off x="3684534" y="47360"/>
          <a:ext cx="1615297" cy="4032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400" kern="1200"/>
            <a:t>SSE Member</a:t>
          </a:r>
        </a:p>
      </dsp:txBody>
      <dsp:txXfrm>
        <a:off x="3684534" y="47360"/>
        <a:ext cx="1615297" cy="403200"/>
      </dsp:txXfrm>
    </dsp:sp>
    <dsp:sp modelId="{5A3ADC63-2F39-41B7-AE52-662E7D05CFFA}">
      <dsp:nvSpPr>
        <dsp:cNvPr id="0" name=""/>
        <dsp:cNvSpPr/>
      </dsp:nvSpPr>
      <dsp:spPr>
        <a:xfrm>
          <a:off x="3684534" y="450560"/>
          <a:ext cx="1615297" cy="1297012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Turns process data into energy-performance insight</a:t>
          </a:r>
        </a:p>
      </dsp:txBody>
      <dsp:txXfrm>
        <a:off x="3684534" y="450560"/>
        <a:ext cx="1615297" cy="12970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3051DB-54E8-42BE-AE2F-C46040338134}">
      <dsp:nvSpPr>
        <dsp:cNvPr id="0" name=""/>
        <dsp:cNvSpPr/>
      </dsp:nvSpPr>
      <dsp:spPr>
        <a:xfrm>
          <a:off x="49" y="105494"/>
          <a:ext cx="4700388" cy="659345"/>
        </a:xfrm>
        <a:prstGeom prst="rect">
          <a:avLst/>
        </a:prstGeom>
        <a:solidFill>
          <a:schemeClr val="tx1"/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Calibri"/>
              <a:ea typeface="Calibri"/>
              <a:cs typeface="Calibri"/>
            </a:rPr>
            <a:t>Users - CNH Engineers/ Operators</a:t>
          </a:r>
        </a:p>
      </dsp:txBody>
      <dsp:txXfrm>
        <a:off x="49" y="105494"/>
        <a:ext cx="4700388" cy="659345"/>
      </dsp:txXfrm>
    </dsp:sp>
    <dsp:sp modelId="{306C3C3B-730A-4129-AC3E-46B42DFA3EE7}">
      <dsp:nvSpPr>
        <dsp:cNvPr id="0" name=""/>
        <dsp:cNvSpPr/>
      </dsp:nvSpPr>
      <dsp:spPr>
        <a:xfrm>
          <a:off x="0" y="764840"/>
          <a:ext cx="4700388" cy="1866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>
              <a:latin typeface="Calibri"/>
              <a:ea typeface="Calibri"/>
              <a:cs typeface="Calibri"/>
            </a:rPr>
            <a:t>Raw data doesn’t clearly reveal excessive energy use. </a:t>
          </a:r>
          <a:endParaRPr lang="en-US" kern="1200">
            <a:latin typeface="Calibri"/>
            <a:ea typeface="Calibri"/>
            <a:cs typeface="Calibri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>
              <a:latin typeface="Calibri"/>
              <a:ea typeface="Calibri"/>
              <a:cs typeface="Calibri"/>
            </a:rPr>
            <a:t>Engineers need to know when and why it happens</a:t>
          </a:r>
          <a:r>
            <a:rPr lang="en-US" b="0" kern="1200">
              <a:latin typeface="Calibri"/>
              <a:ea typeface="Calibri"/>
              <a:cs typeface="Calibri"/>
            </a:rPr>
            <a:t>.</a:t>
          </a:r>
          <a:r>
            <a:rPr lang="en-US" sz="1800" b="0" kern="1200">
              <a:latin typeface="Calibri"/>
              <a:ea typeface="Calibri"/>
              <a:cs typeface="Calibri"/>
            </a:rPr>
            <a:t> </a:t>
          </a:r>
          <a:endParaRPr lang="en-US" kern="1200">
            <a:latin typeface="Calibri"/>
            <a:ea typeface="Calibri"/>
            <a:cs typeface="Calibri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0" kern="1200">
              <a:latin typeface="Calibri"/>
              <a:ea typeface="Calibri"/>
              <a:cs typeface="Calibri"/>
            </a:rPr>
            <a:t>They need evidence to focus further physical investigation.</a:t>
          </a:r>
          <a:endParaRPr lang="en-US" b="0" kern="1200">
            <a:latin typeface="Calibri"/>
            <a:ea typeface="Calibri"/>
            <a:cs typeface="Calibri"/>
          </a:endParaRPr>
        </a:p>
      </dsp:txBody>
      <dsp:txXfrm>
        <a:off x="0" y="764840"/>
        <a:ext cx="4700388" cy="1866600"/>
      </dsp:txXfrm>
    </dsp:sp>
    <dsp:sp modelId="{CD04F1FB-C122-4866-84E4-AEAC38A47F97}">
      <dsp:nvSpPr>
        <dsp:cNvPr id="0" name=""/>
        <dsp:cNvSpPr/>
      </dsp:nvSpPr>
      <dsp:spPr>
        <a:xfrm>
          <a:off x="5358491" y="105494"/>
          <a:ext cx="4700388" cy="659345"/>
        </a:xfrm>
        <a:prstGeom prst="rect">
          <a:avLst/>
        </a:prstGeom>
        <a:solidFill>
          <a:schemeClr val="tx1"/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Calibri"/>
              <a:ea typeface="Calibri"/>
              <a:cs typeface="Calibri"/>
            </a:rPr>
            <a:t>Business - CNH</a:t>
          </a:r>
        </a:p>
      </dsp:txBody>
      <dsp:txXfrm>
        <a:off x="5358491" y="105494"/>
        <a:ext cx="4700388" cy="659345"/>
      </dsp:txXfrm>
    </dsp:sp>
    <dsp:sp modelId="{1E394050-1218-4C24-819B-54B8D22501E9}">
      <dsp:nvSpPr>
        <dsp:cNvPr id="0" name=""/>
        <dsp:cNvSpPr/>
      </dsp:nvSpPr>
      <dsp:spPr>
        <a:xfrm>
          <a:off x="5358491" y="764840"/>
          <a:ext cx="4700388" cy="1866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Calibri"/>
              <a:ea typeface="Calibri"/>
              <a:cs typeface="Calibri"/>
            </a:rPr>
            <a:t>East oven has significant energy loss.</a:t>
          </a:r>
          <a:r>
            <a:rPr lang="en-US" sz="1700" kern="1200">
              <a:latin typeface="Calibri"/>
              <a:ea typeface="Calibri"/>
              <a:cs typeface="Calibri"/>
            </a:rPr>
            <a:t>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Calibri"/>
              <a:ea typeface="Calibri"/>
              <a:cs typeface="Calibri"/>
            </a:rPr>
            <a:t>The exact cause is still unknown.</a:t>
          </a:r>
          <a:r>
            <a:rPr lang="en-US" sz="1700" kern="1200">
              <a:latin typeface="Calibri"/>
              <a:ea typeface="Calibri"/>
              <a:cs typeface="Calibri"/>
            </a:rPr>
            <a:t>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Calibri"/>
              <a:ea typeface="Calibri"/>
              <a:cs typeface="Calibri"/>
            </a:rPr>
            <a:t>Higher gas use increases cost and CO₂ emissions.</a:t>
          </a:r>
          <a:r>
            <a:rPr lang="en-US" sz="1700" kern="1200">
              <a:latin typeface="Calibri"/>
              <a:ea typeface="Calibri"/>
              <a:cs typeface="Calibri"/>
            </a:rPr>
            <a:t>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kern="1200">
              <a:latin typeface="Calibri"/>
              <a:ea typeface="Calibri"/>
              <a:cs typeface="Calibri"/>
            </a:rPr>
            <a:t>CNH needs evidence to prioritize improvements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700" kern="1200">
            <a:latin typeface="Calibri"/>
            <a:ea typeface="Calibri"/>
            <a:cs typeface="Calibri"/>
          </a:endParaRPr>
        </a:p>
      </dsp:txBody>
      <dsp:txXfrm>
        <a:off x="5358491" y="764840"/>
        <a:ext cx="4700388" cy="18666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77E91-8131-419D-90FB-9B69C851BDE0}">
      <dsp:nvSpPr>
        <dsp:cNvPr id="0" name=""/>
        <dsp:cNvSpPr/>
      </dsp:nvSpPr>
      <dsp:spPr>
        <a:xfrm>
          <a:off x="733120" y="0"/>
          <a:ext cx="8308695" cy="2340864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E1031-9AA9-46A6-A7B9-4B54AD81F2A1}">
      <dsp:nvSpPr>
        <dsp:cNvPr id="0" name=""/>
        <dsp:cNvSpPr/>
      </dsp:nvSpPr>
      <dsp:spPr>
        <a:xfrm>
          <a:off x="4295" y="702259"/>
          <a:ext cx="1878143" cy="9363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/>
            <a:t>East + West Oven Data</a:t>
          </a:r>
        </a:p>
      </dsp:txBody>
      <dsp:txXfrm>
        <a:off x="50004" y="747968"/>
        <a:ext cx="1786725" cy="844927"/>
      </dsp:txXfrm>
    </dsp:sp>
    <dsp:sp modelId="{AF12F27B-60A9-49BC-B9CE-6638F2E58B18}">
      <dsp:nvSpPr>
        <dsp:cNvPr id="0" name=""/>
        <dsp:cNvSpPr/>
      </dsp:nvSpPr>
      <dsp:spPr>
        <a:xfrm>
          <a:off x="1976346" y="702259"/>
          <a:ext cx="1878143" cy="9363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Expected-Consumption Model</a:t>
          </a:r>
        </a:p>
      </dsp:txBody>
      <dsp:txXfrm>
        <a:off x="2022055" y="747968"/>
        <a:ext cx="1786725" cy="844927"/>
      </dsp:txXfrm>
    </dsp:sp>
    <dsp:sp modelId="{953B7E53-CE4A-4C0E-8B99-31EB84AD9050}">
      <dsp:nvSpPr>
        <dsp:cNvPr id="0" name=""/>
        <dsp:cNvSpPr/>
      </dsp:nvSpPr>
      <dsp:spPr>
        <a:xfrm>
          <a:off x="3948396" y="702259"/>
          <a:ext cx="1878143" cy="9363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Actual vs. Expected Consumption</a:t>
          </a:r>
        </a:p>
      </dsp:txBody>
      <dsp:txXfrm>
        <a:off x="3994105" y="747968"/>
        <a:ext cx="1786725" cy="844927"/>
      </dsp:txXfrm>
    </dsp:sp>
    <dsp:sp modelId="{E0868FB6-D1F2-4FFF-82C9-439D5B287330}">
      <dsp:nvSpPr>
        <dsp:cNvPr id="0" name=""/>
        <dsp:cNvSpPr/>
      </dsp:nvSpPr>
      <dsp:spPr>
        <a:xfrm>
          <a:off x="5920446" y="702259"/>
          <a:ext cx="1878143" cy="9363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Potential Inefficiency Detection</a:t>
          </a:r>
        </a:p>
      </dsp:txBody>
      <dsp:txXfrm>
        <a:off x="5966155" y="747968"/>
        <a:ext cx="1786725" cy="844927"/>
      </dsp:txXfrm>
    </dsp:sp>
    <dsp:sp modelId="{CA78FA54-30F5-4A81-B554-E3FBDF37ADF0}">
      <dsp:nvSpPr>
        <dsp:cNvPr id="0" name=""/>
        <dsp:cNvSpPr/>
      </dsp:nvSpPr>
      <dsp:spPr>
        <a:xfrm>
          <a:off x="7892497" y="702259"/>
          <a:ext cx="1878143" cy="9363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Engineering Recommendations</a:t>
          </a:r>
        </a:p>
      </dsp:txBody>
      <dsp:txXfrm>
        <a:off x="7938206" y="747968"/>
        <a:ext cx="1786725" cy="84492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4EEB9-2B9F-49A8-9E59-B3D3C2A272AB}">
      <dsp:nvSpPr>
        <dsp:cNvPr id="0" name=""/>
        <dsp:cNvSpPr/>
      </dsp:nvSpPr>
      <dsp:spPr>
        <a:xfrm>
          <a:off x="3968" y="15084"/>
          <a:ext cx="2030015" cy="811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104140" rIns="291592" bIns="104140" numCol="1" spcCol="1270" anchor="ctr" anchorCtr="0">
          <a:noAutofit/>
        </a:bodyPr>
        <a:lstStyle/>
        <a:p>
          <a:pPr marL="0" lvl="0" indent="0" algn="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100" kern="1200"/>
            <a:t>ISE</a:t>
          </a:r>
        </a:p>
      </dsp:txBody>
      <dsp:txXfrm>
        <a:off x="3968" y="15084"/>
        <a:ext cx="2030015" cy="811800"/>
      </dsp:txXfrm>
    </dsp:sp>
    <dsp:sp modelId="{C615C84E-47CB-4E84-BE4C-E91ED83B1663}">
      <dsp:nvSpPr>
        <dsp:cNvPr id="0" name=""/>
        <dsp:cNvSpPr/>
      </dsp:nvSpPr>
      <dsp:spPr>
        <a:xfrm>
          <a:off x="2033984" y="15084"/>
          <a:ext cx="406003" cy="811800"/>
        </a:xfrm>
        <a:prstGeom prst="leftBrace">
          <a:avLst>
            <a:gd name="adj1" fmla="val 35000"/>
            <a:gd name="adj2" fmla="val 5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BEC207-1D68-45E2-AC68-C78D1CE70648}">
      <dsp:nvSpPr>
        <dsp:cNvPr id="0" name=""/>
        <dsp:cNvSpPr/>
      </dsp:nvSpPr>
      <dsp:spPr>
        <a:xfrm>
          <a:off x="2606357" y="34819"/>
          <a:ext cx="5521642" cy="811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Heat transfer, insulation, airflow, openings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Exhaust, burners, equipment, physical redesign</a:t>
          </a:r>
        </a:p>
      </dsp:txBody>
      <dsp:txXfrm>
        <a:off x="2606357" y="34819"/>
        <a:ext cx="5521642" cy="811800"/>
      </dsp:txXfrm>
    </dsp:sp>
    <dsp:sp modelId="{2561646B-1DA0-40D8-81BF-016446AC0066}">
      <dsp:nvSpPr>
        <dsp:cNvPr id="0" name=""/>
        <dsp:cNvSpPr/>
      </dsp:nvSpPr>
      <dsp:spPr>
        <a:xfrm>
          <a:off x="3968" y="974484"/>
          <a:ext cx="2030015" cy="811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1592" tIns="104140" rIns="291592" bIns="104140" numCol="1" spcCol="1270" anchor="ctr" anchorCtr="0">
          <a:noAutofit/>
        </a:bodyPr>
        <a:lstStyle/>
        <a:p>
          <a:pPr marL="0" lvl="0" indent="0" algn="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100" kern="1200"/>
            <a:t>SSE</a:t>
          </a:r>
        </a:p>
      </dsp:txBody>
      <dsp:txXfrm>
        <a:off x="3968" y="974484"/>
        <a:ext cx="2030015" cy="811800"/>
      </dsp:txXfrm>
    </dsp:sp>
    <dsp:sp modelId="{76AE52D9-34BC-4038-ACC6-62AF24680A1E}">
      <dsp:nvSpPr>
        <dsp:cNvPr id="0" name=""/>
        <dsp:cNvSpPr/>
      </dsp:nvSpPr>
      <dsp:spPr>
        <a:xfrm>
          <a:off x="2033984" y="974484"/>
          <a:ext cx="406003" cy="811800"/>
        </a:xfrm>
        <a:prstGeom prst="leftBrace">
          <a:avLst>
            <a:gd name="adj1" fmla="val 35000"/>
            <a:gd name="adj2" fmla="val 50000"/>
          </a:avLst>
        </a:prstGeom>
        <a:noFill/>
        <a:ln w="15875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FF1FC-42D5-4CFF-B4C4-4D9A2372E20A}">
      <dsp:nvSpPr>
        <dsp:cNvPr id="0" name=""/>
        <dsp:cNvSpPr/>
      </dsp:nvSpPr>
      <dsp:spPr>
        <a:xfrm>
          <a:off x="2602388" y="974484"/>
          <a:ext cx="5521642" cy="81180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/>
            <a:t>Process </a:t>
          </a:r>
          <a:r>
            <a:rPr lang="en-CA" sz="1400" kern="1200">
              <a:latin typeface="Bookman Old Style" panose="020F0302020204030204"/>
            </a:rPr>
            <a:t>collected data</a:t>
          </a:r>
          <a:r>
            <a:rPr lang="en-CA" sz="1400" kern="1200"/>
            <a:t>, expected-consumption model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>
              <a:latin typeface="Bookman Old Style" panose="020F0302020204030204"/>
            </a:rPr>
            <a:t>Abnormal energy-consumption</a:t>
          </a:r>
          <a:r>
            <a:rPr lang="en-CA" sz="1400" kern="1200"/>
            <a:t> detection, recommendations, engineering dashboard</a:t>
          </a:r>
        </a:p>
      </dsp:txBody>
      <dsp:txXfrm>
        <a:off x="2602388" y="974484"/>
        <a:ext cx="5521642" cy="8118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6019BE-51D2-41AE-94A4-7136400E1400}">
      <dsp:nvSpPr>
        <dsp:cNvPr id="0" name=""/>
        <dsp:cNvSpPr/>
      </dsp:nvSpPr>
      <dsp:spPr>
        <a:xfrm>
          <a:off x="8840" y="150315"/>
          <a:ext cx="2642294" cy="30860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i="1" u="sng" kern="1200">
              <a:latin typeface="Calibri"/>
              <a:ea typeface="Calibri"/>
              <a:cs typeface="Calibri"/>
            </a:rPr>
            <a:t>Input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  <a:ea typeface="Calibri"/>
              <a:cs typeface="Calibri"/>
            </a:rPr>
            <a:t>Oven data:</a:t>
          </a:r>
          <a:r>
            <a:rPr lang="en-US" sz="2000" kern="1200">
              <a:latin typeface="Calibri"/>
              <a:ea typeface="Calibri"/>
              <a:cs typeface="Calibri"/>
            </a:rPr>
            <a:t> 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"/>
              <a:ea typeface="Calibri"/>
              <a:cs typeface="Calibri"/>
            </a:rPr>
            <a:t>Temperature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"/>
              <a:ea typeface="Calibri"/>
              <a:cs typeface="Calibri"/>
            </a:rPr>
            <a:t>gas use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"/>
              <a:ea typeface="Calibri"/>
              <a:cs typeface="Calibri"/>
            </a:rPr>
            <a:t>conveyor speed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Calibri"/>
              <a:ea typeface="Calibri"/>
              <a:cs typeface="Calibri"/>
            </a:rPr>
            <a:t>burner operation etc</a:t>
          </a:r>
        </a:p>
      </dsp:txBody>
      <dsp:txXfrm>
        <a:off x="86230" y="227705"/>
        <a:ext cx="2487514" cy="2931256"/>
      </dsp:txXfrm>
    </dsp:sp>
    <dsp:sp modelId="{2E9EA504-A68F-4046-9F06-CADDD9C021F3}">
      <dsp:nvSpPr>
        <dsp:cNvPr id="0" name=""/>
        <dsp:cNvSpPr/>
      </dsp:nvSpPr>
      <dsp:spPr>
        <a:xfrm>
          <a:off x="2915364" y="1365688"/>
          <a:ext cx="560166" cy="65528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2915364" y="1496746"/>
        <a:ext cx="392116" cy="393173"/>
      </dsp:txXfrm>
    </dsp:sp>
    <dsp:sp modelId="{27EB29F4-5356-42A3-9FFD-C19DFF4DEAE6}">
      <dsp:nvSpPr>
        <dsp:cNvPr id="0" name=""/>
        <dsp:cNvSpPr/>
      </dsp:nvSpPr>
      <dsp:spPr>
        <a:xfrm>
          <a:off x="3708052" y="150315"/>
          <a:ext cx="2642294" cy="30860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i="1" u="sng" kern="1200">
              <a:latin typeface="Calibri"/>
              <a:ea typeface="Calibri"/>
              <a:cs typeface="Calibri"/>
            </a:rPr>
            <a:t>Analysis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  <a:ea typeface="Calibri"/>
              <a:cs typeface="Calibri"/>
            </a:rPr>
            <a:t>Predict</a:t>
          </a:r>
          <a:r>
            <a:rPr lang="en-US" sz="2000" kern="1200">
              <a:latin typeface="Calibri"/>
              <a:ea typeface="Calibri"/>
              <a:cs typeface="Calibri"/>
            </a:rPr>
            <a:t> expected energy use</a:t>
          </a: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  <a:ea typeface="Calibri"/>
              <a:cs typeface="Calibri"/>
            </a:rPr>
            <a:t>Detect</a:t>
          </a:r>
          <a:r>
            <a:rPr lang="en-US" sz="2000" kern="1200">
              <a:latin typeface="Calibri"/>
              <a:ea typeface="Calibri"/>
              <a:cs typeface="Calibri"/>
            </a:rPr>
            <a:t> inefficient operation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>
              <a:latin typeface="Calibri"/>
              <a:ea typeface="Calibri"/>
              <a:cs typeface="Calibri"/>
            </a:rPr>
            <a:t>Identify</a:t>
          </a:r>
          <a:r>
            <a:rPr lang="en-US" sz="2000" kern="1200">
              <a:latin typeface="Calibri"/>
              <a:ea typeface="Calibri"/>
              <a:cs typeface="Calibri"/>
            </a:rPr>
            <a:t> better operating conditions.</a:t>
          </a:r>
        </a:p>
      </dsp:txBody>
      <dsp:txXfrm>
        <a:off x="3785442" y="227705"/>
        <a:ext cx="2487514" cy="2931256"/>
      </dsp:txXfrm>
    </dsp:sp>
    <dsp:sp modelId="{084937D1-7CEA-49C4-B313-7CFADB03C3DF}">
      <dsp:nvSpPr>
        <dsp:cNvPr id="0" name=""/>
        <dsp:cNvSpPr/>
      </dsp:nvSpPr>
      <dsp:spPr>
        <a:xfrm>
          <a:off x="6614576" y="1365688"/>
          <a:ext cx="560166" cy="65528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tint val="60000"/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tint val="60000"/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0" kern="1200"/>
        </a:p>
      </dsp:txBody>
      <dsp:txXfrm>
        <a:off x="6614576" y="1496746"/>
        <a:ext cx="392116" cy="393173"/>
      </dsp:txXfrm>
    </dsp:sp>
    <dsp:sp modelId="{B9FDDD56-5C66-4B17-84A9-3AF4301B0518}">
      <dsp:nvSpPr>
        <dsp:cNvPr id="0" name=""/>
        <dsp:cNvSpPr/>
      </dsp:nvSpPr>
      <dsp:spPr>
        <a:xfrm>
          <a:off x="7407265" y="150315"/>
          <a:ext cx="2642294" cy="30860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dk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dk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i="1" u="sng" kern="1200">
              <a:latin typeface="Calibri"/>
              <a:ea typeface="Calibri"/>
              <a:cs typeface="Calibri"/>
            </a:rPr>
            <a:t>Output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Calibri"/>
              <a:ea typeface="Calibri"/>
              <a:cs typeface="Calibri"/>
            </a:rPr>
            <a:t>Energy performance summary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Calibri"/>
              <a:ea typeface="Calibri"/>
              <a:cs typeface="Calibri"/>
            </a:rPr>
            <a:t>Trends and alerts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Calibri"/>
              <a:ea typeface="Calibri"/>
              <a:cs typeface="Calibri"/>
            </a:rPr>
            <a:t>Flagged abnormal periods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Recommend candidate operating conditions</a:t>
          </a:r>
          <a:endParaRPr lang="en-US" kern="1200"/>
        </a:p>
      </dsp:txBody>
      <dsp:txXfrm>
        <a:off x="7484655" y="227705"/>
        <a:ext cx="2487514" cy="29312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D1FC38-A9F2-452A-A5E0-A69AA08FCB23}">
      <dsp:nvSpPr>
        <dsp:cNvPr id="0" name=""/>
        <dsp:cNvSpPr/>
      </dsp:nvSpPr>
      <dsp:spPr>
        <a:xfrm>
          <a:off x="0" y="623956"/>
          <a:ext cx="5927724" cy="1008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B3CB728-0519-41B3-B58A-6CA9FF362597}">
      <dsp:nvSpPr>
        <dsp:cNvPr id="0" name=""/>
        <dsp:cNvSpPr/>
      </dsp:nvSpPr>
      <dsp:spPr>
        <a:xfrm>
          <a:off x="296386" y="33556"/>
          <a:ext cx="4149407" cy="1180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838" tIns="0" rIns="156838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39302A"/>
              </a:solidFill>
              <a:latin typeface="Franklin Gothic Book" panose="020F0502020204030204"/>
              <a:ea typeface="+mn-ea"/>
              <a:cs typeface="+mn-cs"/>
            </a:rPr>
            <a:t>Operates the oven and handles existing control and safety functions.</a:t>
          </a:r>
        </a:p>
      </dsp:txBody>
      <dsp:txXfrm>
        <a:off x="354028" y="91198"/>
        <a:ext cx="4034123" cy="1065516"/>
      </dsp:txXfrm>
    </dsp:sp>
    <dsp:sp modelId="{77BCB257-74CA-480A-8622-D2DB4F31B23F}">
      <dsp:nvSpPr>
        <dsp:cNvPr id="0" name=""/>
        <dsp:cNvSpPr/>
      </dsp:nvSpPr>
      <dsp:spPr>
        <a:xfrm>
          <a:off x="0" y="2438356"/>
          <a:ext cx="5927724" cy="1008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5648695-359F-4493-B7C0-36A3EC62379F}">
      <dsp:nvSpPr>
        <dsp:cNvPr id="0" name=""/>
        <dsp:cNvSpPr/>
      </dsp:nvSpPr>
      <dsp:spPr>
        <a:xfrm>
          <a:off x="296386" y="1847956"/>
          <a:ext cx="4149407" cy="1180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838" tIns="0" rIns="156838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39302A"/>
              </a:solidFill>
              <a:latin typeface="Franklin Gothic Book" panose="020F0502020204030204"/>
              <a:ea typeface="+mn-ea"/>
              <a:cs typeface="+mn-cs"/>
            </a:rPr>
            <a:t>Uses historical or real-time process data to evaluate oven energy performance.</a:t>
          </a:r>
        </a:p>
      </dsp:txBody>
      <dsp:txXfrm>
        <a:off x="354028" y="1905598"/>
        <a:ext cx="4034123" cy="1065516"/>
      </dsp:txXfrm>
    </dsp:sp>
    <dsp:sp modelId="{E440C608-1DEB-4CF7-8733-EF098C9CBB31}">
      <dsp:nvSpPr>
        <dsp:cNvPr id="0" name=""/>
        <dsp:cNvSpPr/>
      </dsp:nvSpPr>
      <dsp:spPr>
        <a:xfrm>
          <a:off x="0" y="4252756"/>
          <a:ext cx="5927724" cy="10080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147EF15-C29B-428D-99E9-2E36D2329894}">
      <dsp:nvSpPr>
        <dsp:cNvPr id="0" name=""/>
        <dsp:cNvSpPr/>
      </dsp:nvSpPr>
      <dsp:spPr>
        <a:xfrm>
          <a:off x="296386" y="3662356"/>
          <a:ext cx="4149407" cy="1180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l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l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838" tIns="0" rIns="156838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39302A"/>
              </a:solidFill>
              <a:latin typeface="Franklin Gothic Book"/>
              <a:ea typeface="+mn-ea"/>
              <a:cs typeface="+mn-cs"/>
            </a:rPr>
            <a:t>Predict expected consumption • flag abnormal energy use • support engineering recommendations</a:t>
          </a:r>
          <a:endParaRPr lang="en-CA" sz="1600" kern="1200" dirty="0">
            <a:solidFill>
              <a:srgbClr val="39302A"/>
            </a:solidFill>
            <a:latin typeface="Franklin Gothic Book"/>
            <a:ea typeface="+mn-ea"/>
            <a:cs typeface="+mn-cs"/>
          </a:endParaRPr>
        </a:p>
      </dsp:txBody>
      <dsp:txXfrm>
        <a:off x="354028" y="3719998"/>
        <a:ext cx="4034123" cy="10655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4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4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#18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33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#3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en-US"/>
              <a:t>Capstone Project Proposal</a:t>
            </a: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18" b="-1"/>
          <a:stretch>
            <a:fillRect/>
          </a:stretch>
        </p:blipFill>
        <p:spPr>
          <a:xfrm>
            <a:off x="5458984" y="812811"/>
            <a:ext cx="5928344" cy="5294732"/>
          </a:xfrm>
          <a:prstGeom prst="rect">
            <a:avLst/>
          </a:pr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anchor="t">
            <a:normAutofit/>
          </a:bodyPr>
          <a:lstStyle/>
          <a:p>
            <a:r>
              <a:rPr lang="en-US" u="sng"/>
              <a:t>Potential members: </a:t>
            </a:r>
          </a:p>
          <a:p>
            <a:r>
              <a:rPr lang="en-US"/>
              <a:t>Cirus Chakma (SSE),</a:t>
            </a:r>
          </a:p>
          <a:p>
            <a:r>
              <a:rPr lang="en-US" err="1"/>
              <a:t>Progga</a:t>
            </a:r>
            <a:r>
              <a:rPr lang="en-US"/>
              <a:t> Barua (ISE), </a:t>
            </a:r>
          </a:p>
          <a:p>
            <a:r>
              <a:rPr lang="en-US"/>
              <a:t>Amartya Chakma (ISE), </a:t>
            </a:r>
          </a:p>
          <a:p>
            <a:r>
              <a:rPr lang="en-US"/>
              <a:t>Muhammad Mujtaba (ISE)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1DCD6-0279-5CA6-F51F-726764DF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81263"/>
            <a:ext cx="10058400" cy="1256098"/>
          </a:xfrm>
        </p:spPr>
        <p:txBody>
          <a:bodyPr>
            <a:normAutofit/>
          </a:bodyPr>
          <a:lstStyle/>
          <a:p>
            <a:pPr algn="ctr"/>
            <a:r>
              <a:rPr lang="en-CA" sz="3200" dirty="0"/>
              <a:t>CNH East Paint Line Cure Oven Redesign &amp; Smart Energy Optimization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7446E2-A456-B80E-0102-7BFFD9753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2236" y="2588994"/>
            <a:ext cx="3668228" cy="19188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8EB55C-0D6C-79BA-F7B9-E3D693BB0D37}"/>
              </a:ext>
            </a:extLst>
          </p:cNvPr>
          <p:cNvSpPr txBox="1"/>
          <p:nvPr/>
        </p:nvSpPr>
        <p:spPr>
          <a:xfrm>
            <a:off x="1362456" y="2809748"/>
            <a:ext cx="4491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Investigating why CNH's East cure oven </a:t>
            </a:r>
          </a:p>
          <a:p>
            <a:r>
              <a:rPr lang="en-CA"/>
              <a:t>is consuming more natural gas than </a:t>
            </a:r>
          </a:p>
          <a:p>
            <a:r>
              <a:rPr lang="en-CA"/>
              <a:t>expected and developing physical and </a:t>
            </a:r>
          </a:p>
          <a:p>
            <a:r>
              <a:rPr lang="en-CA"/>
              <a:t>software-based methods to reduce unnecessary energy consumption.</a:t>
            </a:r>
          </a:p>
        </p:txBody>
      </p:sp>
    </p:spTree>
    <p:extLst>
      <p:ext uri="{BB962C8B-B14F-4D97-AF65-F5344CB8AC3E}">
        <p14:creationId xmlns:p14="http://schemas.microsoft.com/office/powerpoint/2010/main" val="2636683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5834F5D0-7623-DD97-E4E8-ECD48EF8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CA"/>
              <a:t>WHY are we doing this?</a:t>
            </a:r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B6A1863-7D8E-C1AE-339F-0A87838FA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/>
          <a:lstStyle/>
          <a:p>
            <a:r>
              <a:rPr lang="en-US"/>
              <a:t>Problem: </a:t>
            </a:r>
          </a:p>
          <a:p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EEAAA3A-8120-30B8-7297-5DED43474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2886378"/>
              </p:ext>
            </p:extLst>
          </p:nvPr>
        </p:nvGraphicFramePr>
        <p:xfrm>
          <a:off x="2351532" y="2919985"/>
          <a:ext cx="7488936" cy="10942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EAD3C43-8487-4016-DE4E-3D593E6BEBCD}"/>
              </a:ext>
            </a:extLst>
          </p:cNvPr>
          <p:cNvSpPr/>
          <p:nvPr/>
        </p:nvSpPr>
        <p:spPr>
          <a:xfrm>
            <a:off x="1173480" y="4676478"/>
            <a:ext cx="9845040" cy="65836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4263C"/>
                </a:solidFill>
              </a:defRPr>
            </a:pPr>
            <a:r>
              <a:rPr lang="en-CA" sz="1400">
                <a:solidFill>
                  <a:schemeClr val="bg1"/>
                </a:solidFill>
              </a:rPr>
              <a:t>Core Question: Why is the East oven consuming more natural gas than expected?  </a:t>
            </a:r>
            <a:endParaRPr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336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B0B270B-9B1A-B2C1-1835-3C62F54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84083"/>
            <a:ext cx="10058400" cy="748452"/>
          </a:xfrm>
        </p:spPr>
        <p:txBody>
          <a:bodyPr/>
          <a:lstStyle/>
          <a:p>
            <a:r>
              <a:rPr lang="en-US"/>
              <a:t>WHO – Users &amp; Stakeholders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4CABCA0-C858-E1D8-5DC8-BC4DCA833E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5668375"/>
              </p:ext>
            </p:extLst>
          </p:nvPr>
        </p:nvGraphicFramePr>
        <p:xfrm>
          <a:off x="3090356" y="2050909"/>
          <a:ext cx="5230684" cy="1794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DFDCE3F-00F6-EB44-D917-D5FB1C8B6A83}"/>
              </a:ext>
            </a:extLst>
          </p:cNvPr>
          <p:cNvSpPr txBox="1"/>
          <p:nvPr/>
        </p:nvSpPr>
        <p:spPr>
          <a:xfrm>
            <a:off x="1097280" y="1426464"/>
            <a:ext cx="9544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/>
              <a:t>Design for the people who need to understand, operate , validate and act on oven performance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7377D-1DB6-7D3B-2E84-E5E7AF166091}"/>
              </a:ext>
            </a:extLst>
          </p:cNvPr>
          <p:cNvSpPr txBox="1"/>
          <p:nvPr/>
        </p:nvSpPr>
        <p:spPr>
          <a:xfrm>
            <a:off x="1856232" y="47731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A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A1865E5-3CE1-B42D-3C98-A06C4EDB45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813476"/>
              </p:ext>
            </p:extLst>
          </p:nvPr>
        </p:nvGraphicFramePr>
        <p:xfrm>
          <a:off x="3090356" y="4245033"/>
          <a:ext cx="5301488" cy="1794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8DC17B-3177-D54A-A974-FB0157DAE5A4}"/>
              </a:ext>
            </a:extLst>
          </p:cNvPr>
          <p:cNvSpPr txBox="1"/>
          <p:nvPr/>
        </p:nvSpPr>
        <p:spPr>
          <a:xfrm>
            <a:off x="6839712" y="2579043"/>
            <a:ext cx="13624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CA" sz="1400"/>
              <a:t>Define acceptable curing and production conditions</a:t>
            </a:r>
          </a:p>
        </p:txBody>
      </p:sp>
    </p:spTree>
    <p:extLst>
      <p:ext uri="{BB962C8B-B14F-4D97-AF65-F5344CB8AC3E}">
        <p14:creationId xmlns:p14="http://schemas.microsoft.com/office/powerpoint/2010/main" val="306688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A8F2BFE4-77FF-B3A9-028C-6E66476EEBB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63467130"/>
              </p:ext>
            </p:extLst>
          </p:nvPr>
        </p:nvGraphicFramePr>
        <p:xfrm>
          <a:off x="1096963" y="2036233"/>
          <a:ext cx="10058929" cy="2736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Title 1">
            <a:extLst>
              <a:ext uri="{FF2B5EF4-FFF2-40B4-BE49-F238E27FC236}">
                <a16:creationId xmlns:a16="http://schemas.microsoft.com/office/drawing/2014/main" id="{3BBC26E4-96A4-75F0-23A9-219F1B1F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84083"/>
            <a:ext cx="10058400" cy="748452"/>
          </a:xfrm>
        </p:spPr>
        <p:txBody>
          <a:bodyPr>
            <a:normAutofit/>
          </a:bodyPr>
          <a:lstStyle/>
          <a:p>
            <a:r>
              <a:rPr lang="en-US"/>
              <a:t>WHO – </a:t>
            </a:r>
            <a:r>
              <a:rPr lang="en-US" sz="4400"/>
              <a:t>User &amp; Business Pain Points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3FC3E8-DFBA-C0E4-FA4D-2766C4AB8506}"/>
              </a:ext>
            </a:extLst>
          </p:cNvPr>
          <p:cNvSpPr txBox="1"/>
          <p:nvPr/>
        </p:nvSpPr>
        <p:spPr>
          <a:xfrm>
            <a:off x="1097280" y="1426464"/>
            <a:ext cx="954405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600">
                <a:ea typeface="+mn-lt"/>
                <a:cs typeface="+mn-lt"/>
              </a:rPr>
              <a:t>Understanding the challenges faced by CNH users and the business</a:t>
            </a:r>
            <a:endParaRPr lang="en-US"/>
          </a:p>
        </p:txBody>
      </p:sp>
      <p:sp>
        <p:nvSpPr>
          <p:cNvPr id="980" name="TextBox 979">
            <a:extLst>
              <a:ext uri="{FF2B5EF4-FFF2-40B4-BE49-F238E27FC236}">
                <a16:creationId xmlns:a16="http://schemas.microsoft.com/office/drawing/2014/main" id="{D881A223-AA40-AED8-2BBA-9844F8D85FAE}"/>
              </a:ext>
            </a:extLst>
          </p:cNvPr>
          <p:cNvSpPr txBox="1"/>
          <p:nvPr/>
        </p:nvSpPr>
        <p:spPr>
          <a:xfrm>
            <a:off x="1083733" y="5253700"/>
            <a:ext cx="100245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Calibri"/>
                <a:ea typeface="Calibri"/>
                <a:cs typeface="Calibri"/>
              </a:rPr>
              <a:t>Need:</a:t>
            </a:r>
            <a:r>
              <a:rPr lang="en-US">
                <a:latin typeface="Calibri"/>
                <a:ea typeface="Calibri"/>
                <a:cs typeface="Calibri"/>
              </a:rPr>
              <a:t>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 way to identify when and under what conditions energy is being wasted, so engineers can investigate the physical cause and determine appropriate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417940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A652FB4-006D-8677-FABD-0783A9117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8969"/>
            <a:ext cx="10058400" cy="839002"/>
          </a:xfrm>
        </p:spPr>
        <p:txBody>
          <a:bodyPr/>
          <a:lstStyle/>
          <a:p>
            <a:r>
              <a:rPr lang="en-US"/>
              <a:t>WHAT- Proposed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A8868-0AD2-21A4-F161-ED3624FA2B75}"/>
              </a:ext>
            </a:extLst>
          </p:cNvPr>
          <p:cNvSpPr txBox="1"/>
          <p:nvPr/>
        </p:nvSpPr>
        <p:spPr>
          <a:xfrm>
            <a:off x="1261872" y="1316736"/>
            <a:ext cx="9863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/>
              <a:t>A combined physical engineering and software decision support approach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35B5485-B999-A39D-CDE3-AD412BC036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9378566"/>
              </p:ext>
            </p:extLst>
          </p:nvPr>
        </p:nvGraphicFramePr>
        <p:xfrm>
          <a:off x="1306068" y="2011680"/>
          <a:ext cx="9774936" cy="23408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31962138-C22E-8122-99E7-7A61A0968D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4100201"/>
              </p:ext>
            </p:extLst>
          </p:nvPr>
        </p:nvGraphicFramePr>
        <p:xfrm>
          <a:off x="804672" y="4073144"/>
          <a:ext cx="8128000" cy="18013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17472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A122222C-FBEC-5319-0E96-761B1AC5DB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7023405"/>
              </p:ext>
            </p:extLst>
          </p:nvPr>
        </p:nvGraphicFramePr>
        <p:xfrm>
          <a:off x="1100667" y="2446866"/>
          <a:ext cx="10058400" cy="3386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6" name="Title 1">
            <a:extLst>
              <a:ext uri="{FF2B5EF4-FFF2-40B4-BE49-F238E27FC236}">
                <a16:creationId xmlns:a16="http://schemas.microsoft.com/office/drawing/2014/main" id="{B3D2E2ED-E2CA-CE73-B9D3-F8CAD024B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8969"/>
            <a:ext cx="10058400" cy="839002"/>
          </a:xfrm>
        </p:spPr>
        <p:txBody>
          <a:bodyPr/>
          <a:lstStyle/>
          <a:p>
            <a:r>
              <a:rPr lang="en-US"/>
              <a:t>WHAT- SSE Solution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4D0FD17-4F05-D116-0A8F-6317384F4422}"/>
              </a:ext>
            </a:extLst>
          </p:cNvPr>
          <p:cNvSpPr txBox="1"/>
          <p:nvPr/>
        </p:nvSpPr>
        <p:spPr>
          <a:xfrm>
            <a:off x="1261872" y="1316736"/>
            <a:ext cx="986332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600"/>
              <a:t>What aspects of the solution software is aiming to bring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04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84D9-1DF5-1F22-ABC4-801A7A4E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HOW:  Plan-Do-Study-Act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2FF80F-9B2B-736C-FCD0-7C5E2308A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5793" y="1985580"/>
            <a:ext cx="3760891" cy="3760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C9536E-9522-FA68-F006-F2D325EC5ABC}"/>
              </a:ext>
            </a:extLst>
          </p:cNvPr>
          <p:cNvSpPr txBox="1"/>
          <p:nvPr/>
        </p:nvSpPr>
        <p:spPr>
          <a:xfrm>
            <a:off x="1096347" y="2401729"/>
            <a:ext cx="7350233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000" b="1" dirty="0">
                <a:latin typeface="Calibri"/>
                <a:ea typeface="Calibri"/>
                <a:cs typeface="Calibri"/>
              </a:rPr>
              <a:t>Plan:</a:t>
            </a:r>
            <a:r>
              <a:rPr lang="en-US" sz="2000" dirty="0">
                <a:latin typeface="Calibri"/>
                <a:ea typeface="Calibri"/>
                <a:cs typeface="Calibri"/>
              </a:rPr>
              <a:t> Define software requirements, available oven data, and goals of software functionality. </a:t>
            </a:r>
          </a:p>
          <a:p>
            <a:pPr>
              <a:buFont typeface="Arial"/>
              <a:buChar char="•"/>
            </a:pPr>
            <a:r>
              <a:rPr lang="en-US" sz="2000" b="1" dirty="0">
                <a:latin typeface="Calibri"/>
                <a:ea typeface="Calibri"/>
                <a:cs typeface="Calibri"/>
              </a:rPr>
              <a:t>Do:</a:t>
            </a:r>
            <a:r>
              <a:rPr lang="en-US" sz="2000" dirty="0">
                <a:latin typeface="Calibri"/>
                <a:ea typeface="Calibri"/>
                <a:cs typeface="Calibri"/>
              </a:rPr>
              <a:t> Build the software for </a:t>
            </a:r>
            <a:r>
              <a:rPr lang="en-US" sz="2000" i="1" dirty="0">
                <a:latin typeface="Calibri"/>
                <a:ea typeface="Calibri"/>
                <a:cs typeface="Calibri"/>
              </a:rPr>
              <a:t>energy prediction, inefficiency detection, and operating recommendations</a:t>
            </a:r>
            <a:r>
              <a:rPr lang="en-US" sz="2000" dirty="0">
                <a:latin typeface="Calibri"/>
                <a:ea typeface="Calibri"/>
                <a:cs typeface="Calibri"/>
              </a:rPr>
              <a:t>. 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000" b="1" dirty="0">
                <a:latin typeface="Calibri"/>
                <a:ea typeface="Calibri"/>
                <a:cs typeface="Calibri"/>
              </a:rPr>
              <a:t>Study:</a:t>
            </a:r>
            <a:r>
              <a:rPr lang="en-US" sz="2000" dirty="0">
                <a:latin typeface="Calibri"/>
                <a:ea typeface="Calibri"/>
                <a:cs typeface="Calibri"/>
              </a:rPr>
              <a:t> Evaluate model results, software performance, and ISE + CNH feedback. 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000" b="1" dirty="0">
                <a:latin typeface="Calibri"/>
                <a:ea typeface="Calibri"/>
                <a:cs typeface="Calibri"/>
              </a:rPr>
              <a:t>Act:</a:t>
            </a:r>
            <a:r>
              <a:rPr lang="en-US" sz="2000" dirty="0">
                <a:latin typeface="Calibri"/>
                <a:ea typeface="Calibri"/>
                <a:cs typeface="Calibri"/>
              </a:rPr>
              <a:t> Improve the software, models, and recommendations, then iterate.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6560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50A778D-9503-2FFF-9CB5-1835F8EA3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378" y="812799"/>
            <a:ext cx="3745654" cy="2235950"/>
          </a:xfrm>
        </p:spPr>
        <p:txBody>
          <a:bodyPr/>
          <a:lstStyle/>
          <a:p>
            <a:pPr algn="ctr"/>
            <a:r>
              <a:rPr lang="en-US"/>
              <a:t>UVP- What makes the project valuable? 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03ADCF7-4F63-25C7-7333-30C6F1BE72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768110"/>
              </p:ext>
            </p:extLst>
          </p:nvPr>
        </p:nvGraphicFramePr>
        <p:xfrm>
          <a:off x="5496579" y="529336"/>
          <a:ext cx="5927725" cy="529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CEE6507-E057-B299-2B6C-11117A43B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809252"/>
            <a:ext cx="3517567" cy="120166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ctr"/>
            <a:r>
              <a:rPr lang="en-US" dirty="0"/>
              <a:t>•</a:t>
            </a:r>
            <a:r>
              <a:rPr lang="en-US" dirty="0">
                <a:ea typeface="+mn-lt"/>
                <a:cs typeface="+mn-lt"/>
              </a:rPr>
              <a:t>Add energy-performance intelligence without replacing CNH’s existing control and safety systems.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F793B4-D5E7-1FE1-36BC-D39576F74963}"/>
              </a:ext>
            </a:extLst>
          </p:cNvPr>
          <p:cNvSpPr txBox="1"/>
          <p:nvPr/>
        </p:nvSpPr>
        <p:spPr>
          <a:xfrm>
            <a:off x="5976712" y="6129373"/>
            <a:ext cx="4819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Complement the existing system—not replace it.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650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5171"/>
            <a:ext cx="507485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63C"/>
                </a:solidFill>
                <a:latin typeface="Aptos Display"/>
              </a:defRPr>
            </a:pPr>
            <a:r>
              <a:rPr>
                <a:latin typeface="Franklin Gothic Book" panose="020B0503020102020204" pitchFamily="34" charset="0"/>
              </a:rPr>
              <a:t>Competitor / Alternative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9416489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77482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At this stage, compare against the approaches CNH already has rather than inventing unsupported commercial competitors</a:t>
            </a:r>
            <a: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286000" cy="566928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Alternative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1417320"/>
            <a:ext cx="2011680" cy="566928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Strength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892040" y="1417320"/>
            <a:ext cx="2240280" cy="566928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Weakness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1417320"/>
            <a:ext cx="2194560" cy="566928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Competition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0" y="1417320"/>
            <a:ext cx="2240280" cy="566928"/>
          </a:xfrm>
          <a:prstGeom prst="rect">
            <a:avLst/>
          </a:prstGeom>
          <a:solidFill>
            <a:schemeClr val="tx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Opportunity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84248"/>
            <a:ext cx="2286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Existing control / HMI</a:t>
            </a:r>
            <a:endParaRPr lang="en-US" sz="1600"/>
          </a:p>
        </p:txBody>
      </p:sp>
      <p:sp>
        <p:nvSpPr>
          <p:cNvPr id="10" name="Rectangle 9"/>
          <p:cNvSpPr/>
          <p:nvPr/>
        </p:nvSpPr>
        <p:spPr>
          <a:xfrm>
            <a:off x="2834640" y="1984248"/>
            <a:ext cx="2011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Already operates the oven</a:t>
            </a:r>
            <a:endParaRPr lang="en-US" sz="1600"/>
          </a:p>
        </p:txBody>
      </p:sp>
      <p:sp>
        <p:nvSpPr>
          <p:cNvPr id="11" name="Rectangle 10"/>
          <p:cNvSpPr/>
          <p:nvPr/>
        </p:nvSpPr>
        <p:spPr>
          <a:xfrm>
            <a:off x="4892040" y="1984248"/>
            <a:ext cx="22402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Does not diagnose the identified energy loss</a:t>
            </a:r>
            <a:endParaRPr lang="en-US" sz="1600"/>
          </a:p>
        </p:txBody>
      </p:sp>
      <p:sp>
        <p:nvSpPr>
          <p:cNvPr id="12" name="Rectangle 11"/>
          <p:cNvSpPr/>
          <p:nvPr/>
        </p:nvSpPr>
        <p:spPr>
          <a:xfrm>
            <a:off x="7178040" y="1984248"/>
            <a:ext cx="219456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Reliable equipment operation</a:t>
            </a:r>
            <a:endParaRPr lang="en-US" sz="1600"/>
          </a:p>
        </p:txBody>
      </p:sp>
      <p:sp>
        <p:nvSpPr>
          <p:cNvPr id="13" name="Rectangle 12"/>
          <p:cNvSpPr/>
          <p:nvPr/>
        </p:nvSpPr>
        <p:spPr>
          <a:xfrm>
            <a:off x="9418320" y="1984248"/>
            <a:ext cx="22402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Add higher-level energy analysis</a:t>
            </a:r>
            <a:endParaRPr lang="en-US" sz="1600"/>
          </a:p>
        </p:txBody>
      </p:sp>
      <p:sp>
        <p:nvSpPr>
          <p:cNvPr id="14" name="Rectangle 13"/>
          <p:cNvSpPr/>
          <p:nvPr/>
        </p:nvSpPr>
        <p:spPr>
          <a:xfrm>
            <a:off x="502920" y="3310128"/>
            <a:ext cx="2286000" cy="13258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Historical energy-loss estimate</a:t>
            </a:r>
            <a:endParaRPr lang="en-US" sz="1600"/>
          </a:p>
        </p:txBody>
      </p:sp>
      <p:sp>
        <p:nvSpPr>
          <p:cNvPr id="15" name="Rectangle 14"/>
          <p:cNvSpPr/>
          <p:nvPr/>
        </p:nvSpPr>
        <p:spPr>
          <a:xfrm>
            <a:off x="2834640" y="3310128"/>
            <a:ext cx="2011680" cy="13258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Shows that a loss exists</a:t>
            </a:r>
            <a:endParaRPr lang="en-US" sz="1600"/>
          </a:p>
        </p:txBody>
      </p:sp>
      <p:sp>
        <p:nvSpPr>
          <p:cNvPr id="16" name="Rectangle 15"/>
          <p:cNvSpPr/>
          <p:nvPr/>
        </p:nvSpPr>
        <p:spPr>
          <a:xfrm>
            <a:off x="4892040" y="3310128"/>
            <a:ext cx="2240280" cy="13258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Primarily retrospective</a:t>
            </a:r>
            <a:endParaRPr lang="en-US" sz="1600"/>
          </a:p>
        </p:txBody>
      </p:sp>
      <p:sp>
        <p:nvSpPr>
          <p:cNvPr id="17" name="Rectangle 16"/>
          <p:cNvSpPr/>
          <p:nvPr/>
        </p:nvSpPr>
        <p:spPr>
          <a:xfrm>
            <a:off x="7178040" y="3310128"/>
            <a:ext cx="2194560" cy="13258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Establishes the problem</a:t>
            </a:r>
            <a:endParaRPr lang="en-US" sz="1600"/>
          </a:p>
        </p:txBody>
      </p:sp>
      <p:sp>
        <p:nvSpPr>
          <p:cNvPr id="18" name="Rectangle 17"/>
          <p:cNvSpPr/>
          <p:nvPr/>
        </p:nvSpPr>
        <p:spPr>
          <a:xfrm>
            <a:off x="9418320" y="3310128"/>
            <a:ext cx="2240280" cy="13258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sz="1600"/>
              <a:t>Continuous condition-based analysis</a:t>
            </a:r>
            <a:endParaRPr lang="en-US" sz="1600"/>
          </a:p>
        </p:txBody>
      </p:sp>
      <p:sp>
        <p:nvSpPr>
          <p:cNvPr id="19" name="Rectangle 18"/>
          <p:cNvSpPr/>
          <p:nvPr/>
        </p:nvSpPr>
        <p:spPr>
          <a:xfrm>
            <a:off x="502920" y="4636008"/>
            <a:ext cx="22860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lang="en-US" sz="1600"/>
              <a:t>Commercial Software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4636008"/>
            <a:ext cx="20116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lang="en-US" sz="1600"/>
              <a:t>Production-ready and higher </a:t>
            </a:r>
            <a:r>
              <a:rPr lang="en-US" sz="1600" err="1"/>
              <a:t>capabilites</a:t>
            </a:r>
            <a:r>
              <a:rPr lang="en-US" sz="1600"/>
              <a:t> in terms of 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4636008"/>
            <a:ext cx="22402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lang="en-US" sz="1600"/>
              <a:t>Has generic solution model and is not tailored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4636008"/>
            <a:ext cx="219456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lang="en-US" sz="1600"/>
              <a:t>Is specifically built to treat and measure the re-designed machine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4636008"/>
            <a:ext cx="22402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50">
                <a:solidFill>
                  <a:srgbClr val="232A31"/>
                </a:solidFill>
              </a:defRPr>
            </a:pPr>
            <a:r>
              <a:rPr lang="en-US" sz="1600"/>
              <a:t>Measure the performance of re-design</a:t>
            </a: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925114" y="6030355"/>
            <a:ext cx="834177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45C91"/>
                </a:solidFill>
              </a:defRPr>
            </a:pPr>
            <a:r>
              <a:t>Competitive strategy: complement existing controls by adding energy-performance intelligence.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373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2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24CAF8E-580D-EB47-FF68-669D3274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60820"/>
            <a:ext cx="10058400" cy="801052"/>
          </a:xfrm>
        </p:spPr>
        <p:txBody>
          <a:bodyPr>
            <a:normAutofit/>
          </a:bodyPr>
          <a:lstStyle/>
          <a:p>
            <a:r>
              <a:rPr lang="en-US" sz="3600"/>
              <a:t>Value and What Success Looks Like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C6B35-2E0D-B104-EB2A-C31E8647DEA1}"/>
              </a:ext>
            </a:extLst>
          </p:cNvPr>
          <p:cNvSpPr txBox="1"/>
          <p:nvPr/>
        </p:nvSpPr>
        <p:spPr>
          <a:xfrm>
            <a:off x="1097280" y="1371600"/>
            <a:ext cx="10442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>
                    <a:lumMod val="50000"/>
                    <a:lumOff val="50000"/>
                  </a:schemeClr>
                </a:solidFill>
              </a:rPr>
              <a:t>The project should produce actionable engineering insight—not just another dashboard</a:t>
            </a:r>
            <a:endParaRPr lang="en-CA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B907694-0FC9-76D1-F83D-FAA278457F56}"/>
              </a:ext>
            </a:extLst>
          </p:cNvPr>
          <p:cNvSpPr/>
          <p:nvPr/>
        </p:nvSpPr>
        <p:spPr>
          <a:xfrm>
            <a:off x="1097280" y="1984248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CE13DC27-E4EC-F3A3-5CAC-A292DFB7035E}"/>
              </a:ext>
            </a:extLst>
          </p:cNvPr>
          <p:cNvSpPr/>
          <p:nvPr/>
        </p:nvSpPr>
        <p:spPr>
          <a:xfrm>
            <a:off x="6464808" y="1984248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888FA327-0627-218B-865A-49716C760AB6}"/>
              </a:ext>
            </a:extLst>
          </p:cNvPr>
          <p:cNvSpPr/>
          <p:nvPr/>
        </p:nvSpPr>
        <p:spPr>
          <a:xfrm>
            <a:off x="1097280" y="3840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3">
            <a:extLst>
              <a:ext uri="{FF2B5EF4-FFF2-40B4-BE49-F238E27FC236}">
                <a16:creationId xmlns:a16="http://schemas.microsoft.com/office/drawing/2014/main" id="{F0FAB050-D404-A901-14F2-D71C2609220B}"/>
              </a:ext>
            </a:extLst>
          </p:cNvPr>
          <p:cNvSpPr/>
          <p:nvPr/>
        </p:nvSpPr>
        <p:spPr>
          <a:xfrm>
            <a:off x="6464808" y="3840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9">
            <a:extLst>
              <a:ext uri="{FF2B5EF4-FFF2-40B4-BE49-F238E27FC236}">
                <a16:creationId xmlns:a16="http://schemas.microsoft.com/office/drawing/2014/main" id="{892C9B78-181E-1A4B-FFC5-F559CA273596}"/>
              </a:ext>
            </a:extLst>
          </p:cNvPr>
          <p:cNvSpPr/>
          <p:nvPr/>
        </p:nvSpPr>
        <p:spPr>
          <a:xfrm>
            <a:off x="1165860" y="5632704"/>
            <a:ext cx="10012680" cy="65836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Goal: determine WHY the loss occurs, WHEN inefficient operation occurs, and WHAT improvements are actionable.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72EAC3-1EFD-F396-4B54-19A3386BB7FB}"/>
              </a:ext>
            </a:extLst>
          </p:cNvPr>
          <p:cNvSpPr/>
          <p:nvPr/>
        </p:nvSpPr>
        <p:spPr>
          <a:xfrm>
            <a:off x="1024128" y="1984248"/>
            <a:ext cx="73152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B6CB4D-70FF-31F2-BC9F-810EAACDB08C}"/>
              </a:ext>
            </a:extLst>
          </p:cNvPr>
          <p:cNvSpPr/>
          <p:nvPr/>
        </p:nvSpPr>
        <p:spPr>
          <a:xfrm>
            <a:off x="6428232" y="1984248"/>
            <a:ext cx="73152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7996B4-A63E-F046-B939-BB88B581ADD2}"/>
              </a:ext>
            </a:extLst>
          </p:cNvPr>
          <p:cNvSpPr/>
          <p:nvPr/>
        </p:nvSpPr>
        <p:spPr>
          <a:xfrm>
            <a:off x="1024128" y="3840480"/>
            <a:ext cx="73152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05D68E-4091-E119-CEF5-38CE7E5A3AE4}"/>
              </a:ext>
            </a:extLst>
          </p:cNvPr>
          <p:cNvSpPr/>
          <p:nvPr/>
        </p:nvSpPr>
        <p:spPr>
          <a:xfrm>
            <a:off x="6428232" y="3826764"/>
            <a:ext cx="73152" cy="1645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FFE63B-C0E5-F377-2B7A-5C3592603B5B}"/>
              </a:ext>
            </a:extLst>
          </p:cNvPr>
          <p:cNvSpPr txBox="1"/>
          <p:nvPr/>
        </p:nvSpPr>
        <p:spPr>
          <a:xfrm>
            <a:off x="1280160" y="2158594"/>
            <a:ext cx="1836337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C"/>
                </a:solidFill>
                <a:latin typeface="Aptos"/>
              </a:defRPr>
            </a:pPr>
            <a:r>
              <a:rPr lang="en-CA">
                <a:latin typeface="Franklin Gothic Book" panose="020B0503020102020204" pitchFamily="34" charset="0"/>
              </a:rPr>
              <a:t>Engineering Value</a:t>
            </a:r>
            <a:endParaRPr>
              <a:latin typeface="Franklin Gothic Book" panose="020B05030201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31020B-6B8E-3D8B-042C-CD22534D06D6}"/>
              </a:ext>
            </a:extLst>
          </p:cNvPr>
          <p:cNvSpPr txBox="1"/>
          <p:nvPr/>
        </p:nvSpPr>
        <p:spPr>
          <a:xfrm>
            <a:off x="1280160" y="2563492"/>
            <a:ext cx="46634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1"/>
                </a:solidFill>
                <a:latin typeface="Aptos"/>
              </a:defRPr>
            </a:pPr>
            <a:r>
              <a:rPr lang="en-US"/>
              <a:t>Identify when, where, and under what conditions energy loss occurs.</a:t>
            </a: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20C612-3D8A-6A2D-53E0-74BFA232D6C0}"/>
              </a:ext>
            </a:extLst>
          </p:cNvPr>
          <p:cNvSpPr txBox="1"/>
          <p:nvPr/>
        </p:nvSpPr>
        <p:spPr>
          <a:xfrm>
            <a:off x="6757416" y="2125370"/>
            <a:ext cx="116467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C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User Value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365518-2108-97BC-77CA-F8E59859394E}"/>
              </a:ext>
            </a:extLst>
          </p:cNvPr>
          <p:cNvSpPr txBox="1"/>
          <p:nvPr/>
        </p:nvSpPr>
        <p:spPr>
          <a:xfrm>
            <a:off x="1303020" y="4105656"/>
            <a:ext cx="158145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C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Business Value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6D8C80C-3E01-C93A-0EFE-552CD165F179}"/>
              </a:ext>
            </a:extLst>
          </p:cNvPr>
          <p:cNvSpPr txBox="1"/>
          <p:nvPr/>
        </p:nvSpPr>
        <p:spPr>
          <a:xfrm>
            <a:off x="6633972" y="4105656"/>
            <a:ext cx="169649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63C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Long-Term Value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6737C-D0B1-749E-822B-8EAD5EB135B7}"/>
              </a:ext>
            </a:extLst>
          </p:cNvPr>
          <p:cNvSpPr txBox="1"/>
          <p:nvPr/>
        </p:nvSpPr>
        <p:spPr>
          <a:xfrm>
            <a:off x="1280160" y="4515073"/>
            <a:ext cx="46634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1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Support reductions in natural-gas waste, cost, and associated CO₂.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307E4A8-29C3-9EAB-C6A6-11C291A03C43}"/>
              </a:ext>
            </a:extLst>
          </p:cNvPr>
          <p:cNvSpPr txBox="1"/>
          <p:nvPr/>
        </p:nvSpPr>
        <p:spPr>
          <a:xfrm>
            <a:off x="6757416" y="2467204"/>
            <a:ext cx="46634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1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Turn raw process values into understandable energy-performance information.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736A77-5591-02C2-ADED-B4B8B4B2C22D}"/>
              </a:ext>
            </a:extLst>
          </p:cNvPr>
          <p:cNvSpPr txBox="1"/>
          <p:nvPr/>
        </p:nvSpPr>
        <p:spPr>
          <a:xfrm>
            <a:off x="6611112" y="4469740"/>
            <a:ext cx="46634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32A31"/>
                </a:solidFill>
                <a:latin typeface="Aptos"/>
              </a:defRPr>
            </a:pPr>
            <a:r>
              <a:rPr lang="en-US">
                <a:latin typeface="Franklin Gothic Book" panose="020B0503020102020204" pitchFamily="34" charset="0"/>
              </a:rPr>
              <a:t>Continue evaluating energy performance after physical improvements are made.</a:t>
            </a:r>
          </a:p>
        </p:txBody>
      </p:sp>
    </p:spTree>
    <p:extLst>
      <p:ext uri="{BB962C8B-B14F-4D97-AF65-F5344CB8AC3E}">
        <p14:creationId xmlns:p14="http://schemas.microsoft.com/office/powerpoint/2010/main" val="2917317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20570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63C"/>
                </a:solidFill>
                <a:latin typeface="Aptos Display"/>
              </a:defRPr>
            </a:pPr>
            <a:r>
              <a:rPr>
                <a:latin typeface="Franklin Gothic Book" panose="020B0503020102020204" pitchFamily="34" charset="0"/>
              </a:rPr>
              <a:t>What We Are Still Validating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7582717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677482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These are design questions to resolve through data, observation, stakeholder feedback, and iteration</a:t>
            </a:r>
            <a: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19556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A31"/>
                </a:solidFill>
                <a:latin typeface="Aptos"/>
              </a:defRPr>
            </a:pPr>
            <a:r>
              <a:t>• </a:t>
            </a:r>
            <a:r>
              <a:rPr>
                <a:latin typeface="Franklin Gothic Book" panose="020B0503020102020204" pitchFamily="34" charset="0"/>
              </a:rPr>
              <a:t>What exact East/West process and natural-gas data can CNH provide?</a:t>
            </a:r>
          </a:p>
          <a:p>
            <a:pPr>
              <a:spcAft>
                <a:spcPts val="800"/>
              </a:spcAft>
              <a:defRPr sz="1700">
                <a:solidFill>
                  <a:srgbClr val="232A31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• Who should be treated as the primary software user?</a:t>
            </a:r>
          </a:p>
          <a:p>
            <a:pPr>
              <a:spcAft>
                <a:spcPts val="800"/>
              </a:spcAft>
              <a:defRPr sz="1700">
                <a:solidFill>
                  <a:srgbClr val="232A31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• What curing and safety constraints must recommendations respect?</a:t>
            </a:r>
          </a:p>
          <a:p>
            <a:pPr>
              <a:spcAft>
                <a:spcPts val="800"/>
              </a:spcAft>
              <a:defRPr sz="1700">
                <a:solidFill>
                  <a:srgbClr val="232A31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• How much historical data is available and at what resolution?</a:t>
            </a:r>
          </a:p>
          <a:p>
            <a:pPr>
              <a:spcAft>
                <a:spcPts val="800"/>
              </a:spcAft>
              <a:defRPr sz="1700">
                <a:solidFill>
                  <a:srgbClr val="232A31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• Can East and West performance be compared under equivalent operating conditions?</a:t>
            </a:r>
          </a:p>
          <a:p>
            <a:pPr>
              <a:spcAft>
                <a:spcPts val="800"/>
              </a:spcAft>
              <a:defRPr sz="1700">
                <a:solidFill>
                  <a:srgbClr val="232A31"/>
                </a:solidFill>
                <a:latin typeface="Aptos"/>
              </a:defRPr>
            </a:pPr>
            <a:r>
              <a:rPr>
                <a:latin typeface="Franklin Gothic Book" panose="020B0503020102020204" pitchFamily="34" charset="0"/>
              </a:rPr>
              <a:t>• What success metrics matter most to CNH engineers and management?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77482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E771455D-97D0-40AF-60E5-2CAA386C997F}"/>
              </a:ext>
            </a:extLst>
          </p:cNvPr>
          <p:cNvSpPr/>
          <p:nvPr/>
        </p:nvSpPr>
        <p:spPr>
          <a:xfrm>
            <a:off x="3489960" y="2770632"/>
            <a:ext cx="5212080" cy="65836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4263C"/>
                </a:solidFill>
              </a:defRPr>
            </a:pPr>
            <a:r>
              <a:rPr lang="en-CA">
                <a:solidFill>
                  <a:schemeClr val="bg1"/>
                </a:solidFill>
              </a:rPr>
              <a:t>Questions?</a:t>
            </a:r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7875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9A0A26408132F4BBF641B71C7DA8FF7" ma:contentTypeVersion="10" ma:contentTypeDescription="Create a new document." ma:contentTypeScope="" ma:versionID="88a1a7ec5550fbd4837a0d3abfdf6d20">
  <xsd:schema xmlns:xsd="http://www.w3.org/2001/XMLSchema" xmlns:xs="http://www.w3.org/2001/XMLSchema" xmlns:p="http://schemas.microsoft.com/office/2006/metadata/properties" xmlns:ns3="b197fd99-8d4a-4519-a029-a21cc8c57424" targetNamespace="http://schemas.microsoft.com/office/2006/metadata/properties" ma:root="true" ma:fieldsID="2652c7388609209fb2917141620d7621" ns3:_="">
    <xsd:import namespace="b197fd99-8d4a-4519-a029-a21cc8c5742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7fd99-8d4a-4519-a029-a21cc8c574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197fd99-8d4a-4519-a029-a21cc8c57424" xsi:nil="true"/>
  </documentManagement>
</p:properties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7AD7AC-4A38-4D4C-84A7-7E87C0F84E31}">
  <ds:schemaRefs>
    <ds:schemaRef ds:uri="b197fd99-8d4a-4519-a029-a21cc8c574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b197fd99-8d4a-4519-a029-a21cc8c574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{95E9580B-48FC-4898-AAAF-5DE4B7665E65}tf22712842_win32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Capstone Project Proposal</vt:lpstr>
      <vt:lpstr>CNH East Paint Line Cure Oven Redesign &amp; Smart Energy Optimization</vt:lpstr>
      <vt:lpstr>WHY are we doing this?</vt:lpstr>
      <vt:lpstr>WHO – Users &amp; Stakeholders</vt:lpstr>
      <vt:lpstr>WHO – User &amp; Business Pain Points</vt:lpstr>
      <vt:lpstr>WHAT- Proposed Solution</vt:lpstr>
      <vt:lpstr>WHAT- SSE Solution</vt:lpstr>
      <vt:lpstr>HOW:  Plan-Do-Study-Act</vt:lpstr>
      <vt:lpstr>UVP- What makes the project valuable? </vt:lpstr>
      <vt:lpstr>PowerPoint Presentation</vt:lpstr>
      <vt:lpstr>Value and What Success Looks Like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Progga Barua</dc:creator>
  <cp:revision>29</cp:revision>
  <dcterms:created xsi:type="dcterms:W3CDTF">2026-09-15T03:27:55Z</dcterms:created>
  <dcterms:modified xsi:type="dcterms:W3CDTF">2026-09-15T17:03:42Z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0x010100C9A0A26408132F4BBF641B71C7DA8FF7</vt:lpwstr>
  </property>
</Properties>
</file>